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94" r:id="rId6"/>
    <p:sldId id="289" r:id="rId7"/>
    <p:sldId id="290" r:id="rId8"/>
    <p:sldId id="292" r:id="rId9"/>
    <p:sldId id="295" r:id="rId10"/>
    <p:sldId id="296" r:id="rId11"/>
    <p:sldId id="297" r:id="rId12"/>
    <p:sldId id="298" r:id="rId13"/>
    <p:sldId id="29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136"/>
    <a:srgbClr val="00243A"/>
    <a:srgbClr val="103350"/>
    <a:srgbClr val="0C4360"/>
    <a:srgbClr val="1B6872"/>
    <a:srgbClr val="63B7C6"/>
    <a:srgbClr val="0C75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295F8D-D03D-483A-9C66-FA5637103323}" v="22" dt="2025-11-30T07:37:08.2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JASWINI TORNE" userId="a3b05748053a1a6a" providerId="LiveId" clId="{30B6D69A-6480-4363-B2EA-996B6C656748}"/>
    <pc:docChg chg="undo custSel modSld">
      <pc:chgData name="TEJASWINI TORNE" userId="a3b05748053a1a6a" providerId="LiveId" clId="{30B6D69A-6480-4363-B2EA-996B6C656748}" dt="2025-11-30T07:45:14.530" v="292" actId="1076"/>
      <pc:docMkLst>
        <pc:docMk/>
      </pc:docMkLst>
      <pc:sldChg chg="modSp mod">
        <pc:chgData name="TEJASWINI TORNE" userId="a3b05748053a1a6a" providerId="LiveId" clId="{30B6D69A-6480-4363-B2EA-996B6C656748}" dt="2025-11-30T07:42:42.393" v="288" actId="1076"/>
        <pc:sldMkLst>
          <pc:docMk/>
          <pc:sldMk cId="3946934594" sldId="256"/>
        </pc:sldMkLst>
        <pc:spChg chg="mod">
          <ac:chgData name="TEJASWINI TORNE" userId="a3b05748053a1a6a" providerId="LiveId" clId="{30B6D69A-6480-4363-B2EA-996B6C656748}" dt="2025-11-30T07:04:39.845" v="87" actId="408"/>
          <ac:spMkLst>
            <pc:docMk/>
            <pc:sldMk cId="3946934594" sldId="256"/>
            <ac:spMk id="12" creationId="{39B949D7-200A-69F0-4CE8-2C566D5F9ABD}"/>
          </ac:spMkLst>
        </pc:spChg>
        <pc:spChg chg="mod">
          <ac:chgData name="TEJASWINI TORNE" userId="a3b05748053a1a6a" providerId="LiveId" clId="{30B6D69A-6480-4363-B2EA-996B6C656748}" dt="2025-11-30T07:42:42.393" v="288" actId="1076"/>
          <ac:spMkLst>
            <pc:docMk/>
            <pc:sldMk cId="3946934594" sldId="256"/>
            <ac:spMk id="15" creationId="{AFCFB8E1-F04F-F56E-9747-EF263032E575}"/>
          </ac:spMkLst>
        </pc:spChg>
        <pc:picChg chg="mod">
          <ac:chgData name="TEJASWINI TORNE" userId="a3b05748053a1a6a" providerId="LiveId" clId="{30B6D69A-6480-4363-B2EA-996B6C656748}" dt="2025-11-30T07:04:39.845" v="87" actId="408"/>
          <ac:picMkLst>
            <pc:docMk/>
            <pc:sldMk cId="3946934594" sldId="256"/>
            <ac:picMk id="13" creationId="{7DCFCB28-C4E6-AF66-B3E4-38EEABA55FFE}"/>
          </ac:picMkLst>
        </pc:picChg>
        <pc:picChg chg="mod">
          <ac:chgData name="TEJASWINI TORNE" userId="a3b05748053a1a6a" providerId="LiveId" clId="{30B6D69A-6480-4363-B2EA-996B6C656748}" dt="2025-11-30T07:04:39.845" v="87" actId="408"/>
          <ac:picMkLst>
            <pc:docMk/>
            <pc:sldMk cId="3946934594" sldId="256"/>
            <ac:picMk id="14" creationId="{D0ECD040-74DC-AE1A-53FD-717ADC69927D}"/>
          </ac:picMkLst>
        </pc:picChg>
      </pc:sldChg>
      <pc:sldChg chg="modSp mod">
        <pc:chgData name="TEJASWINI TORNE" userId="a3b05748053a1a6a" providerId="LiveId" clId="{30B6D69A-6480-4363-B2EA-996B6C656748}" dt="2025-11-30T07:19:59.812" v="123" actId="20577"/>
        <pc:sldMkLst>
          <pc:docMk/>
          <pc:sldMk cId="2895613511" sldId="289"/>
        </pc:sldMkLst>
        <pc:spChg chg="mod">
          <ac:chgData name="TEJASWINI TORNE" userId="a3b05748053a1a6a" providerId="LiveId" clId="{30B6D69A-6480-4363-B2EA-996B6C656748}" dt="2025-11-30T06:13:34.674" v="19" actId="408"/>
          <ac:spMkLst>
            <pc:docMk/>
            <pc:sldMk cId="2895613511" sldId="289"/>
            <ac:spMk id="5" creationId="{E753937D-6867-4A4C-D21C-2C91DED70BBC}"/>
          </ac:spMkLst>
        </pc:spChg>
        <pc:graphicFrameChg chg="mod modGraphic">
          <ac:chgData name="TEJASWINI TORNE" userId="a3b05748053a1a6a" providerId="LiveId" clId="{30B6D69A-6480-4363-B2EA-996B6C656748}" dt="2025-11-30T07:19:59.812" v="123" actId="20577"/>
          <ac:graphicFrameMkLst>
            <pc:docMk/>
            <pc:sldMk cId="2895613511" sldId="289"/>
            <ac:graphicFrameMk id="6" creationId="{80F09113-DA42-8D5C-8329-B4B1479826EC}"/>
          </ac:graphicFrameMkLst>
        </pc:graphicFrameChg>
      </pc:sldChg>
      <pc:sldChg chg="modSp mod">
        <pc:chgData name="TEJASWINI TORNE" userId="a3b05748053a1a6a" providerId="LiveId" clId="{30B6D69A-6480-4363-B2EA-996B6C656748}" dt="2025-11-30T07:22:09.416" v="139" actId="408"/>
        <pc:sldMkLst>
          <pc:docMk/>
          <pc:sldMk cId="1486387903" sldId="290"/>
        </pc:sldMkLst>
        <pc:spChg chg="mod">
          <ac:chgData name="TEJASWINI TORNE" userId="a3b05748053a1a6a" providerId="LiveId" clId="{30B6D69A-6480-4363-B2EA-996B6C656748}" dt="2025-11-30T06:13:52.754" v="22" actId="408"/>
          <ac:spMkLst>
            <pc:docMk/>
            <pc:sldMk cId="1486387903" sldId="290"/>
            <ac:spMk id="5" creationId="{ED9363DA-2572-DCF3-A328-7DF677486CEA}"/>
          </ac:spMkLst>
        </pc:spChg>
        <pc:graphicFrameChg chg="mod modGraphic">
          <ac:chgData name="TEJASWINI TORNE" userId="a3b05748053a1a6a" providerId="LiveId" clId="{30B6D69A-6480-4363-B2EA-996B6C656748}" dt="2025-11-30T07:22:09.416" v="139" actId="408"/>
          <ac:graphicFrameMkLst>
            <pc:docMk/>
            <pc:sldMk cId="1486387903" sldId="290"/>
            <ac:graphicFrameMk id="6" creationId="{B44DE487-745C-3B85-F8C6-92065ACC9FA1}"/>
          </ac:graphicFrameMkLst>
        </pc:graphicFrameChg>
      </pc:sldChg>
      <pc:sldChg chg="addSp delSp modSp mod">
        <pc:chgData name="TEJASWINI TORNE" userId="a3b05748053a1a6a" providerId="LiveId" clId="{30B6D69A-6480-4363-B2EA-996B6C656748}" dt="2025-11-30T07:34:11.918" v="231" actId="164"/>
        <pc:sldMkLst>
          <pc:docMk/>
          <pc:sldMk cId="2665712487" sldId="292"/>
        </pc:sldMkLst>
        <pc:spChg chg="mod topLvl">
          <ac:chgData name="TEJASWINI TORNE" userId="a3b05748053a1a6a" providerId="LiveId" clId="{30B6D69A-6480-4363-B2EA-996B6C656748}" dt="2025-11-30T07:34:11.918" v="231" actId="164"/>
          <ac:spMkLst>
            <pc:docMk/>
            <pc:sldMk cId="2665712487" sldId="292"/>
            <ac:spMk id="7" creationId="{9EAAF382-E769-421E-B4D2-B5446CCA3327}"/>
          </ac:spMkLst>
        </pc:spChg>
        <pc:spChg chg="mod topLvl">
          <ac:chgData name="TEJASWINI TORNE" userId="a3b05748053a1a6a" providerId="LiveId" clId="{30B6D69A-6480-4363-B2EA-996B6C656748}" dt="2025-11-30T07:34:11.918" v="231" actId="164"/>
          <ac:spMkLst>
            <pc:docMk/>
            <pc:sldMk cId="2665712487" sldId="292"/>
            <ac:spMk id="12" creationId="{778FF582-DB5D-FBEA-228C-B65D28BF902B}"/>
          </ac:spMkLst>
        </pc:spChg>
        <pc:spChg chg="mod topLvl">
          <ac:chgData name="TEJASWINI TORNE" userId="a3b05748053a1a6a" providerId="LiveId" clId="{30B6D69A-6480-4363-B2EA-996B6C656748}" dt="2025-11-30T07:34:11.918" v="231" actId="164"/>
          <ac:spMkLst>
            <pc:docMk/>
            <pc:sldMk cId="2665712487" sldId="292"/>
            <ac:spMk id="20" creationId="{9CC945F5-AFFD-BE6C-14D7-89BA8822E699}"/>
          </ac:spMkLst>
        </pc:spChg>
        <pc:spChg chg="mod topLvl">
          <ac:chgData name="TEJASWINI TORNE" userId="a3b05748053a1a6a" providerId="LiveId" clId="{30B6D69A-6480-4363-B2EA-996B6C656748}" dt="2025-11-30T07:34:11.918" v="231" actId="164"/>
          <ac:spMkLst>
            <pc:docMk/>
            <pc:sldMk cId="2665712487" sldId="292"/>
            <ac:spMk id="21" creationId="{D168120B-B065-837C-5848-C4229668DC1A}"/>
          </ac:spMkLst>
        </pc:spChg>
        <pc:spChg chg="mod">
          <ac:chgData name="TEJASWINI TORNE" userId="a3b05748053a1a6a" providerId="LiveId" clId="{30B6D69A-6480-4363-B2EA-996B6C656748}" dt="2025-11-30T07:27:18.197" v="180" actId="1076"/>
          <ac:spMkLst>
            <pc:docMk/>
            <pc:sldMk cId="2665712487" sldId="292"/>
            <ac:spMk id="24" creationId="{328801F0-C32D-1FC0-D494-D3B839B0F6D0}"/>
          </ac:spMkLst>
        </pc:spChg>
        <pc:spChg chg="add del mod">
          <ac:chgData name="TEJASWINI TORNE" userId="a3b05748053a1a6a" providerId="LiveId" clId="{30B6D69A-6480-4363-B2EA-996B6C656748}" dt="2025-11-30T07:28:04.073" v="185" actId="1076"/>
          <ac:spMkLst>
            <pc:docMk/>
            <pc:sldMk cId="2665712487" sldId="292"/>
            <ac:spMk id="25" creationId="{4E7EC22E-B851-F2E6-5B14-E81A81A87FF3}"/>
          </ac:spMkLst>
        </pc:spChg>
        <pc:spChg chg="mod topLvl">
          <ac:chgData name="TEJASWINI TORNE" userId="a3b05748053a1a6a" providerId="LiveId" clId="{30B6D69A-6480-4363-B2EA-996B6C656748}" dt="2025-11-30T07:34:11.918" v="231" actId="164"/>
          <ac:spMkLst>
            <pc:docMk/>
            <pc:sldMk cId="2665712487" sldId="292"/>
            <ac:spMk id="26" creationId="{C6476757-2CC4-DD9E-4146-7DA2A68CB7C8}"/>
          </ac:spMkLst>
        </pc:spChg>
        <pc:spChg chg="mod topLvl">
          <ac:chgData name="TEJASWINI TORNE" userId="a3b05748053a1a6a" providerId="LiveId" clId="{30B6D69A-6480-4363-B2EA-996B6C656748}" dt="2025-11-30T07:34:11.918" v="231" actId="164"/>
          <ac:spMkLst>
            <pc:docMk/>
            <pc:sldMk cId="2665712487" sldId="292"/>
            <ac:spMk id="27" creationId="{08631587-09BD-29A4-A8B6-4D19399326EB}"/>
          </ac:spMkLst>
        </pc:spChg>
        <pc:spChg chg="mod topLvl">
          <ac:chgData name="TEJASWINI TORNE" userId="a3b05748053a1a6a" providerId="LiveId" clId="{30B6D69A-6480-4363-B2EA-996B6C656748}" dt="2025-11-30T07:34:11.918" v="231" actId="164"/>
          <ac:spMkLst>
            <pc:docMk/>
            <pc:sldMk cId="2665712487" sldId="292"/>
            <ac:spMk id="30" creationId="{51E7217E-3FFA-7A0B-C533-FC486EC68332}"/>
          </ac:spMkLst>
        </pc:spChg>
        <pc:spChg chg="mod topLvl">
          <ac:chgData name="TEJASWINI TORNE" userId="a3b05748053a1a6a" providerId="LiveId" clId="{30B6D69A-6480-4363-B2EA-996B6C656748}" dt="2025-11-30T07:34:11.918" v="231" actId="164"/>
          <ac:spMkLst>
            <pc:docMk/>
            <pc:sldMk cId="2665712487" sldId="292"/>
            <ac:spMk id="31" creationId="{AF9AB59D-753D-98B7-607E-106232FEF215}"/>
          </ac:spMkLst>
        </pc:spChg>
        <pc:spChg chg="mod topLvl">
          <ac:chgData name="TEJASWINI TORNE" userId="a3b05748053a1a6a" providerId="LiveId" clId="{30B6D69A-6480-4363-B2EA-996B6C656748}" dt="2025-11-30T07:34:11.918" v="231" actId="164"/>
          <ac:spMkLst>
            <pc:docMk/>
            <pc:sldMk cId="2665712487" sldId="292"/>
            <ac:spMk id="34" creationId="{10C473AF-792D-9340-0E2A-50A17FC54725}"/>
          </ac:spMkLst>
        </pc:spChg>
        <pc:spChg chg="mod topLvl">
          <ac:chgData name="TEJASWINI TORNE" userId="a3b05748053a1a6a" providerId="LiveId" clId="{30B6D69A-6480-4363-B2EA-996B6C656748}" dt="2025-11-30T07:34:11.918" v="231" actId="164"/>
          <ac:spMkLst>
            <pc:docMk/>
            <pc:sldMk cId="2665712487" sldId="292"/>
            <ac:spMk id="35" creationId="{BA5314D8-2F68-DBFE-8A9A-6A352AACCCB2}"/>
          </ac:spMkLst>
        </pc:spChg>
        <pc:spChg chg="mod">
          <ac:chgData name="TEJASWINI TORNE" userId="a3b05748053a1a6a" providerId="LiveId" clId="{30B6D69A-6480-4363-B2EA-996B6C656748}" dt="2025-11-30T06:14:09.399" v="25" actId="408"/>
          <ac:spMkLst>
            <pc:docMk/>
            <pc:sldMk cId="2665712487" sldId="292"/>
            <ac:spMk id="53" creationId="{CDA256CE-755E-1BCC-0314-D76216A18491}"/>
          </ac:spMkLst>
        </pc:spChg>
        <pc:grpChg chg="mod">
          <ac:chgData name="TEJASWINI TORNE" userId="a3b05748053a1a6a" providerId="LiveId" clId="{30B6D69A-6480-4363-B2EA-996B6C656748}" dt="2025-11-30T07:23:01.198" v="147" actId="1076"/>
          <ac:grpSpMkLst>
            <pc:docMk/>
            <pc:sldMk cId="2665712487" sldId="292"/>
            <ac:grpSpMk id="79" creationId="{23F21003-1215-CEF7-E76F-CF8DF25CD054}"/>
          </ac:grpSpMkLst>
        </pc:grpChg>
        <pc:picChg chg="add mod">
          <ac:chgData name="TEJASWINI TORNE" userId="a3b05748053a1a6a" providerId="LiveId" clId="{30B6D69A-6480-4363-B2EA-996B6C656748}" dt="2025-11-30T07:22:58.808" v="146" actId="14100"/>
          <ac:picMkLst>
            <pc:docMk/>
            <pc:sldMk cId="2665712487" sldId="292"/>
            <ac:picMk id="4" creationId="{38714A1C-0F8A-25DF-7C35-3BEC5715C444}"/>
          </ac:picMkLst>
        </pc:picChg>
        <pc:picChg chg="add mod">
          <ac:chgData name="TEJASWINI TORNE" userId="a3b05748053a1a6a" providerId="LiveId" clId="{30B6D69A-6480-4363-B2EA-996B6C656748}" dt="2025-11-30T07:23:34.211" v="151" actId="14100"/>
          <ac:picMkLst>
            <pc:docMk/>
            <pc:sldMk cId="2665712487" sldId="292"/>
            <ac:picMk id="6" creationId="{DD39BCBB-1196-AD5E-A9C9-34B54190BFEE}"/>
          </ac:picMkLst>
        </pc:picChg>
        <pc:picChg chg="add mod">
          <ac:chgData name="TEJASWINI TORNE" userId="a3b05748053a1a6a" providerId="LiveId" clId="{30B6D69A-6480-4363-B2EA-996B6C656748}" dt="2025-11-30T07:24:42.086" v="163" actId="1076"/>
          <ac:picMkLst>
            <pc:docMk/>
            <pc:sldMk cId="2665712487" sldId="292"/>
            <ac:picMk id="9" creationId="{16D4E8C1-0C56-6BB5-B2C4-28499B5C6DFB}"/>
          </ac:picMkLst>
        </pc:picChg>
        <pc:picChg chg="add mod">
          <ac:chgData name="TEJASWINI TORNE" userId="a3b05748053a1a6a" providerId="LiveId" clId="{30B6D69A-6480-4363-B2EA-996B6C656748}" dt="2025-11-30T07:24:31.576" v="160" actId="1076"/>
          <ac:picMkLst>
            <pc:docMk/>
            <pc:sldMk cId="2665712487" sldId="292"/>
            <ac:picMk id="10" creationId="{52B8802B-E5BE-0D25-463C-C5108647E167}"/>
          </ac:picMkLst>
        </pc:picChg>
        <pc:picChg chg="add mod">
          <ac:chgData name="TEJASWINI TORNE" userId="a3b05748053a1a6a" providerId="LiveId" clId="{30B6D69A-6480-4363-B2EA-996B6C656748}" dt="2025-11-30T07:27:58.919" v="183" actId="14100"/>
          <ac:picMkLst>
            <pc:docMk/>
            <pc:sldMk cId="2665712487" sldId="292"/>
            <ac:picMk id="13" creationId="{1F3F48AC-A441-10C8-14F8-DFFCD72B5096}"/>
          </ac:picMkLst>
        </pc:picChg>
        <pc:picChg chg="add mod">
          <ac:chgData name="TEJASWINI TORNE" userId="a3b05748053a1a6a" providerId="LiveId" clId="{30B6D69A-6480-4363-B2EA-996B6C656748}" dt="2025-11-30T07:29:28.580" v="191" actId="1076"/>
          <ac:picMkLst>
            <pc:docMk/>
            <pc:sldMk cId="2665712487" sldId="292"/>
            <ac:picMk id="29" creationId="{4F470CA4-DD57-ED02-C7F6-F6334BCB67C9}"/>
          </ac:picMkLst>
        </pc:picChg>
        <pc:picChg chg="add mod">
          <ac:chgData name="TEJASWINI TORNE" userId="a3b05748053a1a6a" providerId="LiveId" clId="{30B6D69A-6480-4363-B2EA-996B6C656748}" dt="2025-11-30T07:30:57.750" v="204" actId="1076"/>
          <ac:picMkLst>
            <pc:docMk/>
            <pc:sldMk cId="2665712487" sldId="292"/>
            <ac:picMk id="37" creationId="{705E5CD2-8213-E0CE-80AB-AECC98536289}"/>
          </ac:picMkLst>
        </pc:picChg>
        <pc:picChg chg="add mod">
          <ac:chgData name="TEJASWINI TORNE" userId="a3b05748053a1a6a" providerId="LiveId" clId="{30B6D69A-6480-4363-B2EA-996B6C656748}" dt="2025-11-30T07:32:09.041" v="213" actId="1076"/>
          <ac:picMkLst>
            <pc:docMk/>
            <pc:sldMk cId="2665712487" sldId="292"/>
            <ac:picMk id="49" creationId="{ACFF8D36-53FA-2DEA-0A09-14A2A5D9F738}"/>
          </ac:picMkLst>
        </pc:picChg>
        <pc:picChg chg="add mod">
          <ac:chgData name="TEJASWINI TORNE" userId="a3b05748053a1a6a" providerId="LiveId" clId="{30B6D69A-6480-4363-B2EA-996B6C656748}" dt="2025-11-30T07:32:59.352" v="221" actId="1076"/>
          <ac:picMkLst>
            <pc:docMk/>
            <pc:sldMk cId="2665712487" sldId="292"/>
            <ac:picMk id="60" creationId="{9CD676B9-25D1-0733-96F9-27CB81CBD458}"/>
          </ac:picMkLst>
        </pc:picChg>
        <pc:picChg chg="add mod">
          <ac:chgData name="TEJASWINI TORNE" userId="a3b05748053a1a6a" providerId="LiveId" clId="{30B6D69A-6480-4363-B2EA-996B6C656748}" dt="2025-11-30T07:33:06.127" v="223" actId="1076"/>
          <ac:picMkLst>
            <pc:docMk/>
            <pc:sldMk cId="2665712487" sldId="292"/>
            <ac:picMk id="62" creationId="{C788358D-C00D-3369-E4A1-94779088E439}"/>
          </ac:picMkLst>
        </pc:picChg>
        <pc:picChg chg="add mod">
          <ac:chgData name="TEJASWINI TORNE" userId="a3b05748053a1a6a" providerId="LiveId" clId="{30B6D69A-6480-4363-B2EA-996B6C656748}" dt="2025-11-30T07:33:59.280" v="230" actId="1076"/>
          <ac:picMkLst>
            <pc:docMk/>
            <pc:sldMk cId="2665712487" sldId="292"/>
            <ac:picMk id="66" creationId="{6618EBFA-E401-D657-1936-FAE381485B74}"/>
          </ac:picMkLst>
        </pc:picChg>
        <pc:picChg chg="add mod">
          <ac:chgData name="TEJASWINI TORNE" userId="a3b05748053a1a6a" providerId="LiveId" clId="{30B6D69A-6480-4363-B2EA-996B6C656748}" dt="2025-11-30T07:33:55.056" v="229" actId="1076"/>
          <ac:picMkLst>
            <pc:docMk/>
            <pc:sldMk cId="2665712487" sldId="292"/>
            <ac:picMk id="68" creationId="{ABCB8D52-2B15-93A9-A74C-F7237D53A8AC}"/>
          </ac:picMkLst>
        </pc:picChg>
        <pc:cxnChg chg="mod">
          <ac:chgData name="TEJASWINI TORNE" userId="a3b05748053a1a6a" providerId="LiveId" clId="{30B6D69A-6480-4363-B2EA-996B6C656748}" dt="2025-11-30T07:30:36.317" v="200" actId="14100"/>
          <ac:cxnSpMkLst>
            <pc:docMk/>
            <pc:sldMk cId="2665712487" sldId="292"/>
            <ac:cxnSpMk id="43" creationId="{09C28604-473E-203D-DDFF-6B256CBE4845}"/>
          </ac:cxnSpMkLst>
        </pc:cxnChg>
        <pc:cxnChg chg="mod">
          <ac:chgData name="TEJASWINI TORNE" userId="a3b05748053a1a6a" providerId="LiveId" clId="{30B6D69A-6480-4363-B2EA-996B6C656748}" dt="2025-11-30T07:27:18.197" v="180" actId="1076"/>
          <ac:cxnSpMkLst>
            <pc:docMk/>
            <pc:sldMk cId="2665712487" sldId="292"/>
            <ac:cxnSpMk id="47" creationId="{86E0F691-EA0D-C322-25D0-9CF77F6C3F74}"/>
          </ac:cxnSpMkLst>
        </pc:cxnChg>
        <pc:cxnChg chg="mod">
          <ac:chgData name="TEJASWINI TORNE" userId="a3b05748053a1a6a" providerId="LiveId" clId="{30B6D69A-6480-4363-B2EA-996B6C656748}" dt="2025-11-30T07:28:04.073" v="185" actId="1076"/>
          <ac:cxnSpMkLst>
            <pc:docMk/>
            <pc:sldMk cId="2665712487" sldId="292"/>
            <ac:cxnSpMk id="51" creationId="{CCB53A9E-43CD-EA48-E4FF-7F7D11B6801B}"/>
          </ac:cxnSpMkLst>
        </pc:cxnChg>
        <pc:cxnChg chg="mod">
          <ac:chgData name="TEJASWINI TORNE" userId="a3b05748053a1a6a" providerId="LiveId" clId="{30B6D69A-6480-4363-B2EA-996B6C656748}" dt="2025-11-30T07:30:50.232" v="202" actId="14100"/>
          <ac:cxnSpMkLst>
            <pc:docMk/>
            <pc:sldMk cId="2665712487" sldId="292"/>
            <ac:cxnSpMk id="55" creationId="{1F1F875C-7469-BDEF-D723-4C280E882B1B}"/>
          </ac:cxnSpMkLst>
        </pc:cxnChg>
        <pc:cxnChg chg="mod">
          <ac:chgData name="TEJASWINI TORNE" userId="a3b05748053a1a6a" providerId="LiveId" clId="{30B6D69A-6480-4363-B2EA-996B6C656748}" dt="2025-11-30T07:30:50.232" v="202" actId="14100"/>
          <ac:cxnSpMkLst>
            <pc:docMk/>
            <pc:sldMk cId="2665712487" sldId="292"/>
            <ac:cxnSpMk id="57" creationId="{1A195CC7-6ACA-BAE2-D924-0B75E9F7E786}"/>
          </ac:cxnSpMkLst>
        </pc:cxnChg>
        <pc:cxnChg chg="mod">
          <ac:chgData name="TEJASWINI TORNE" userId="a3b05748053a1a6a" providerId="LiveId" clId="{30B6D69A-6480-4363-B2EA-996B6C656748}" dt="2025-11-30T07:31:58.770" v="212" actId="14100"/>
          <ac:cxnSpMkLst>
            <pc:docMk/>
            <pc:sldMk cId="2665712487" sldId="292"/>
            <ac:cxnSpMk id="65" creationId="{B603F366-D277-50EF-3AA6-88AFE3C7D181}"/>
          </ac:cxnSpMkLst>
        </pc:cxnChg>
        <pc:cxnChg chg="mod">
          <ac:chgData name="TEJASWINI TORNE" userId="a3b05748053a1a6a" providerId="LiveId" clId="{30B6D69A-6480-4363-B2EA-996B6C656748}" dt="2025-11-30T07:31:58.770" v="212" actId="14100"/>
          <ac:cxnSpMkLst>
            <pc:docMk/>
            <pc:sldMk cId="2665712487" sldId="292"/>
            <ac:cxnSpMk id="67" creationId="{D37BA9D4-75AF-9F60-9B8C-46511D8C2A53}"/>
          </ac:cxnSpMkLst>
        </pc:cxnChg>
        <pc:cxnChg chg="mod">
          <ac:chgData name="TEJASWINI TORNE" userId="a3b05748053a1a6a" providerId="LiveId" clId="{30B6D69A-6480-4363-B2EA-996B6C656748}" dt="2025-11-30T07:30:36.317" v="200" actId="14100"/>
          <ac:cxnSpMkLst>
            <pc:docMk/>
            <pc:sldMk cId="2665712487" sldId="292"/>
            <ac:cxnSpMk id="74" creationId="{3F24E0F9-7E2B-0E7E-E7D8-8B8FDB3C9D1A}"/>
          </ac:cxnSpMkLst>
        </pc:cxnChg>
      </pc:sldChg>
      <pc:sldChg chg="modSp mod">
        <pc:chgData name="TEJASWINI TORNE" userId="a3b05748053a1a6a" providerId="LiveId" clId="{30B6D69A-6480-4363-B2EA-996B6C656748}" dt="2025-11-30T07:43:00.618" v="289" actId="1076"/>
        <pc:sldMkLst>
          <pc:docMk/>
          <pc:sldMk cId="2404888089" sldId="294"/>
        </pc:sldMkLst>
        <pc:spChg chg="mod">
          <ac:chgData name="TEJASWINI TORNE" userId="a3b05748053a1a6a" providerId="LiveId" clId="{30B6D69A-6480-4363-B2EA-996B6C656748}" dt="2025-11-30T06:13:06.419" v="14" actId="408"/>
          <ac:spMkLst>
            <pc:docMk/>
            <pc:sldMk cId="2404888089" sldId="294"/>
            <ac:spMk id="2" creationId="{FFFBA370-AA8D-F4F4-3C3E-82B11F7B03E7}"/>
          </ac:spMkLst>
        </pc:spChg>
        <pc:spChg chg="mod">
          <ac:chgData name="TEJASWINI TORNE" userId="a3b05748053a1a6a" providerId="LiveId" clId="{30B6D69A-6480-4363-B2EA-996B6C656748}" dt="2025-11-30T07:43:00.618" v="289" actId="1076"/>
          <ac:spMkLst>
            <pc:docMk/>
            <pc:sldMk cId="2404888089" sldId="294"/>
            <ac:spMk id="9" creationId="{3C5C20CF-8064-3ED6-AD06-16FD1DC85C3B}"/>
          </ac:spMkLst>
        </pc:spChg>
      </pc:sldChg>
      <pc:sldChg chg="modSp mod">
        <pc:chgData name="TEJASWINI TORNE" userId="a3b05748053a1a6a" providerId="LiveId" clId="{30B6D69A-6480-4363-B2EA-996B6C656748}" dt="2025-11-30T07:37:56.007" v="265" actId="113"/>
        <pc:sldMkLst>
          <pc:docMk/>
          <pc:sldMk cId="406395396" sldId="295"/>
        </pc:sldMkLst>
        <pc:spChg chg="mod">
          <ac:chgData name="TEJASWINI TORNE" userId="a3b05748053a1a6a" providerId="LiveId" clId="{30B6D69A-6480-4363-B2EA-996B6C656748}" dt="2025-11-30T06:14:30.003" v="28" actId="408"/>
          <ac:spMkLst>
            <pc:docMk/>
            <pc:sldMk cId="406395396" sldId="295"/>
            <ac:spMk id="2" creationId="{59DDFAF0-29B8-3D2A-7A80-79F48BDE08B2}"/>
          </ac:spMkLst>
        </pc:spChg>
        <pc:spChg chg="mod">
          <ac:chgData name="TEJASWINI TORNE" userId="a3b05748053a1a6a" providerId="LiveId" clId="{30B6D69A-6480-4363-B2EA-996B6C656748}" dt="2025-11-30T07:37:56.007" v="265" actId="113"/>
          <ac:spMkLst>
            <pc:docMk/>
            <pc:sldMk cId="406395396" sldId="295"/>
            <ac:spMk id="4" creationId="{C6429C15-B77B-3437-B34C-076FDA61D82C}"/>
          </ac:spMkLst>
        </pc:spChg>
      </pc:sldChg>
      <pc:sldChg chg="modSp mod">
        <pc:chgData name="TEJASWINI TORNE" userId="a3b05748053a1a6a" providerId="LiveId" clId="{30B6D69A-6480-4363-B2EA-996B6C656748}" dt="2025-11-30T07:39:05.958" v="271" actId="1076"/>
        <pc:sldMkLst>
          <pc:docMk/>
          <pc:sldMk cId="1565894503" sldId="296"/>
        </pc:sldMkLst>
        <pc:spChg chg="mod">
          <ac:chgData name="TEJASWINI TORNE" userId="a3b05748053a1a6a" providerId="LiveId" clId="{30B6D69A-6480-4363-B2EA-996B6C656748}" dt="2025-11-30T06:15:00.820" v="31" actId="408"/>
          <ac:spMkLst>
            <pc:docMk/>
            <pc:sldMk cId="1565894503" sldId="296"/>
            <ac:spMk id="2" creationId="{4D4439E3-0DEE-1485-903D-107823D2DD37}"/>
          </ac:spMkLst>
        </pc:spChg>
        <pc:spChg chg="mod">
          <ac:chgData name="TEJASWINI TORNE" userId="a3b05748053a1a6a" providerId="LiveId" clId="{30B6D69A-6480-4363-B2EA-996B6C656748}" dt="2025-11-30T07:39:05.958" v="271" actId="1076"/>
          <ac:spMkLst>
            <pc:docMk/>
            <pc:sldMk cId="1565894503" sldId="296"/>
            <ac:spMk id="6" creationId="{861894FE-82F8-127A-C4F5-C99AA7CFBA2E}"/>
          </ac:spMkLst>
        </pc:spChg>
      </pc:sldChg>
      <pc:sldChg chg="modSp mod">
        <pc:chgData name="TEJASWINI TORNE" userId="a3b05748053a1a6a" providerId="LiveId" clId="{30B6D69A-6480-4363-B2EA-996B6C656748}" dt="2025-11-30T07:45:08.936" v="291" actId="1076"/>
        <pc:sldMkLst>
          <pc:docMk/>
          <pc:sldMk cId="593604505" sldId="297"/>
        </pc:sldMkLst>
        <pc:spChg chg="mod">
          <ac:chgData name="TEJASWINI TORNE" userId="a3b05748053a1a6a" providerId="LiveId" clId="{30B6D69A-6480-4363-B2EA-996B6C656748}" dt="2025-11-30T07:45:08.936" v="291" actId="1076"/>
          <ac:spMkLst>
            <pc:docMk/>
            <pc:sldMk cId="593604505" sldId="297"/>
            <ac:spMk id="2" creationId="{CA6A6DD2-8478-7A6B-FBD0-5E2FBD94BCCA}"/>
          </ac:spMkLst>
        </pc:spChg>
        <pc:spChg chg="mod">
          <ac:chgData name="TEJASWINI TORNE" userId="a3b05748053a1a6a" providerId="LiveId" clId="{30B6D69A-6480-4363-B2EA-996B6C656748}" dt="2025-11-30T07:41:23.553" v="284" actId="20577"/>
          <ac:spMkLst>
            <pc:docMk/>
            <pc:sldMk cId="593604505" sldId="297"/>
            <ac:spMk id="6" creationId="{FD9409A0-DB6C-DADB-68E0-40486C0ABFE4}"/>
          </ac:spMkLst>
        </pc:spChg>
      </pc:sldChg>
      <pc:sldChg chg="modSp mod">
        <pc:chgData name="TEJASWINI TORNE" userId="a3b05748053a1a6a" providerId="LiveId" clId="{30B6D69A-6480-4363-B2EA-996B6C656748}" dt="2025-11-30T07:45:14.530" v="292" actId="1076"/>
        <pc:sldMkLst>
          <pc:docMk/>
          <pc:sldMk cId="2931470284" sldId="298"/>
        </pc:sldMkLst>
        <pc:spChg chg="mod">
          <ac:chgData name="TEJASWINI TORNE" userId="a3b05748053a1a6a" providerId="LiveId" clId="{30B6D69A-6480-4363-B2EA-996B6C656748}" dt="2025-11-30T07:45:14.530" v="292" actId="1076"/>
          <ac:spMkLst>
            <pc:docMk/>
            <pc:sldMk cId="2931470284" sldId="298"/>
            <ac:spMk id="2" creationId="{5F2F64F2-AB6A-163D-CB91-4EE4EC555417}"/>
          </ac:spMkLst>
        </pc:spChg>
        <pc:spChg chg="mod">
          <ac:chgData name="TEJASWINI TORNE" userId="a3b05748053a1a6a" providerId="LiveId" clId="{30B6D69A-6480-4363-B2EA-996B6C656748}" dt="2025-11-30T07:42:21.558" v="287" actId="2711"/>
          <ac:spMkLst>
            <pc:docMk/>
            <pc:sldMk cId="2931470284" sldId="298"/>
            <ac:spMk id="6" creationId="{5438743E-D241-16A8-E43B-8F4A91CE02CF}"/>
          </ac:spMkLst>
        </pc:spChg>
      </pc:sldChg>
      <pc:sldChg chg="modSp mod">
        <pc:chgData name="TEJASWINI TORNE" userId="a3b05748053a1a6a" providerId="LiveId" clId="{30B6D69A-6480-4363-B2EA-996B6C656748}" dt="2025-11-30T06:15:53.719" v="44" actId="465"/>
        <pc:sldMkLst>
          <pc:docMk/>
          <pc:sldMk cId="2292609372" sldId="299"/>
        </pc:sldMkLst>
        <pc:spChg chg="mod">
          <ac:chgData name="TEJASWINI TORNE" userId="a3b05748053a1a6a" providerId="LiveId" clId="{30B6D69A-6480-4363-B2EA-996B6C656748}" dt="2025-11-30T06:15:53.719" v="44" actId="465"/>
          <ac:spMkLst>
            <pc:docMk/>
            <pc:sldMk cId="2292609372" sldId="299"/>
            <ac:spMk id="7" creationId="{56E08F2F-2E91-3BF9-7DB2-CE100A360CA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11/30/2025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8CB689F-9FAB-30D5-B116-92A172D6ED1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CE21A6E-99FA-DE23-9B89-284BD033269E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D0B6F42-60D4-B881-7881-7946C4861D6D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EB5E5A6B-C554-78C0-9AAB-D75FEBC6DCD3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7051C092-74DE-76AF-F5D5-5DCC0DF35801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3" name="Right Triangle 22">
                <a:extLst>
                  <a:ext uri="{FF2B5EF4-FFF2-40B4-BE49-F238E27FC236}">
                    <a16:creationId xmlns:a16="http://schemas.microsoft.com/office/drawing/2014/main" id="{9356A384-440D-8881-3B47-29B6B617A7F2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4" name="Right Triangle 23">
                <a:extLst>
                  <a:ext uri="{FF2B5EF4-FFF2-40B4-BE49-F238E27FC236}">
                    <a16:creationId xmlns:a16="http://schemas.microsoft.com/office/drawing/2014/main" id="{BCA943AE-00A5-B4CB-8BD1-C1BF6CDA911B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5" name="Right Triangle 24">
                <a:extLst>
                  <a:ext uri="{FF2B5EF4-FFF2-40B4-BE49-F238E27FC236}">
                    <a16:creationId xmlns:a16="http://schemas.microsoft.com/office/drawing/2014/main" id="{6BB17B77-F3E7-1394-121B-6C6993121B5B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33D4B94-E264-F0FD-11DF-6DB16AD21699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D4472063-E089-29EB-3283-3E70A2726D5E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5EF9223-13B1-1EFE-D788-9FDD70588D1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74CD33-367C-D486-3541-11351F8D991F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52AFCAD-773F-DF05-2FD7-D9668133A34A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E83D17D-15EE-0C73-3331-C3A5CADF7D06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Freeform: Shape 12">
                <a:extLst>
                  <a:ext uri="{FF2B5EF4-FFF2-40B4-BE49-F238E27FC236}">
                    <a16:creationId xmlns:a16="http://schemas.microsoft.com/office/drawing/2014/main" id="{227910C5-A0A8-0E94-4BDF-7946F9EBDFD3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91690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CE514E-3C56-3004-FBFD-FDE1BF33D550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0C4BD4-3712-E150-E86E-AFC819E16574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270F04-A2A6-53AE-1F2E-A0AABCD7CA7B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3FE21E-A46E-C05C-E461-D8E9DC2A03E2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7B71C1-E4AE-3ED2-F509-4551324720E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B527B7D-D3CD-BA9C-2B99-9C0E50F918F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5F280A1-3C8C-DF9C-F4A4-1177E226DDC7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151F86D-928B-A187-5350-397A6E2CC5A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4527C79-C761-ADA8-1F19-A0CCFE3A905A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7" name="Rectangle: Single Corner Snipped 16">
              <a:extLst>
                <a:ext uri="{FF2B5EF4-FFF2-40B4-BE49-F238E27FC236}">
                  <a16:creationId xmlns:a16="http://schemas.microsoft.com/office/drawing/2014/main" id="{DDB6989C-3038-D3E3-4C62-BFA0B79CFD3A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8" name="Rectangle: Single Corner Snipped 17">
              <a:extLst>
                <a:ext uri="{FF2B5EF4-FFF2-40B4-BE49-F238E27FC236}">
                  <a16:creationId xmlns:a16="http://schemas.microsoft.com/office/drawing/2014/main" id="{87E98725-3BB5-7EB1-D556-77063E13A64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851F9AC-FAF5-586F-5B1E-28C0982B03E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5498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9ED7F55-ACE7-06A5-553D-E3F37922EC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8B03167-6650-89FE-70C2-2F495A2A35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37AB3CA-6663-BB0A-4FD0-F227A928B08C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B23C2932-FA46-0587-A1A8-38EF476CB7D2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7171D69-72D7-1F1E-1BD9-BD7FAA13CC34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0158B64-AE75-CD48-470C-63E7E26DE3FF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3199154-AA35-CCD2-4C7E-9DC34AF3095B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3812AEF-041F-D1BD-B402-5ABE3BD24EE1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C566765-1521-97F8-890A-63650FF75FD3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0E7DE68-4DFD-791A-8571-C717D1EF28E2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CAB10C7-4533-61F4-207A-2F80B50B627A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50A9040-F723-8212-1673-7771A75A9D7D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BF86818-E934-9148-1187-2223654DDB2F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B5F8FBF-D3A5-04D6-3D03-F1CF6C549573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5B9A0D-B759-F188-7489-B57AF6767763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95569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423B93-682C-64CA-A084-41E4AD4CE6C7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6EFD7B2-E1EF-3645-9FE7-940FE873EC0E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BF4CEF-6980-3DDC-D218-1E264FA192BD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F32979E-803A-8D07-BEF6-DF8AD5A1F92A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1875D1B-3680-9A47-4803-DFD652D11FD8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3D5B479-B6E4-BF02-6C80-5C14278E2392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4754E4-E840-9FF3-4CD7-DDC53143F8A9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F3D7759-1E23-EA0E-A845-9B5BFC137B5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EF60BA4-F2BE-5A1B-C16A-3839D759F327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8" name="Rectangle: Single Corner Snipped 17">
              <a:extLst>
                <a:ext uri="{FF2B5EF4-FFF2-40B4-BE49-F238E27FC236}">
                  <a16:creationId xmlns:a16="http://schemas.microsoft.com/office/drawing/2014/main" id="{71586B27-0547-32B8-9966-3B42610F4BD0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A9142BC0-772C-A13C-5DF5-A9F72CE0DC1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09D3EAA-47A0-83FE-8201-EDBCA71BB008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389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F87FEB7-4C23-7888-170C-1DA20BB80CB3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58A23A5-AC4C-8480-BA87-47E055541F6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9345F1-44AE-0E91-1655-367E5E71285A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E2D34DE-48D6-7A8B-8508-95745D43D7FD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C2FE045-77E9-E073-1E7C-A51FD52113E9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EBF72EA-4175-0ABB-19CD-7729F2C2B300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CBB58F6-64C2-BB91-C8A2-D9367C157E49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D5015C-DA0A-F7A9-0960-B6D2406C2E3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A722EDD-21FF-44C3-7FCA-295A0FB38CB9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20" name="Rectangle: Single Corner Snipped 19">
              <a:extLst>
                <a:ext uri="{FF2B5EF4-FFF2-40B4-BE49-F238E27FC236}">
                  <a16:creationId xmlns:a16="http://schemas.microsoft.com/office/drawing/2014/main" id="{00B9CDBC-3001-5AA3-109E-F09955021D65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21" name="Rectangle: Single Corner Snipped 20">
              <a:extLst>
                <a:ext uri="{FF2B5EF4-FFF2-40B4-BE49-F238E27FC236}">
                  <a16:creationId xmlns:a16="http://schemas.microsoft.com/office/drawing/2014/main" id="{9C25CEEA-E53F-EDAA-6DBB-71E91F270EEF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08DD5D3-761A-2A36-E82A-42524C146669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5898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B0A59E8-8DB4-7E20-FD0D-EADE063C421B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59E7BC0-B7D5-CAD3-2E5F-0960E91F4E4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5935CEA-1604-B346-C125-E7CDE05B2BE9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6A755D-4232-7B7A-F01D-379EC79BF565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5D97EE0-7B1C-4C15-64D8-197E4051CFBA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062C91C-4BED-A93F-AF50-C14C607669FA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712D143-0951-030A-113C-9EF9C5EEBC96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D3F98C-5115-BC4D-D4C0-9CF2D5ECDCC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5962FB3-4699-2FDA-07ED-14719EF2AE34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5">
              <a:extLst>
                <a:ext uri="{FF2B5EF4-FFF2-40B4-BE49-F238E27FC236}">
                  <a16:creationId xmlns:a16="http://schemas.microsoft.com/office/drawing/2014/main" id="{26E9B069-573B-0FB6-BF33-A0902335D89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16">
              <a:extLst>
                <a:ext uri="{FF2B5EF4-FFF2-40B4-BE49-F238E27FC236}">
                  <a16:creationId xmlns:a16="http://schemas.microsoft.com/office/drawing/2014/main" id="{10DB3E36-BE65-2F7A-3FA0-02563426A292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D38DFC2-565E-7519-220F-1A2CC80DB81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04858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31A925-2E45-EB7B-5046-9791FC1D9BDF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Freeform: Shape 9">
            <a:extLst>
              <a:ext uri="{FF2B5EF4-FFF2-40B4-BE49-F238E27FC236}">
                <a16:creationId xmlns:a16="http://schemas.microsoft.com/office/drawing/2014/main" id="{B3163369-7532-50A5-C527-0A8F9686F971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7">
            <a:extLst>
              <a:ext uri="{FF2B5EF4-FFF2-40B4-BE49-F238E27FC236}">
                <a16:creationId xmlns:a16="http://schemas.microsoft.com/office/drawing/2014/main" id="{39D54B41-2133-B8D1-3FE0-853663642D79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407F1819-639F-E766-A0D0-464EDE72CC11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7">
            <a:extLst>
              <a:ext uri="{FF2B5EF4-FFF2-40B4-BE49-F238E27FC236}">
                <a16:creationId xmlns:a16="http://schemas.microsoft.com/office/drawing/2014/main" id="{1C81ABF4-23A7-A000-AF28-9B285FD63FF9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ED5DF00-B097-750D-335B-C43F389B5BE1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8A911864-9EFF-50B0-0AE8-6EDCDB99EC4F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Freeform: Shape 16">
              <a:extLst>
                <a:ext uri="{FF2B5EF4-FFF2-40B4-BE49-F238E27FC236}">
                  <a16:creationId xmlns:a16="http://schemas.microsoft.com/office/drawing/2014/main" id="{3389865F-9680-71CF-D39F-2CB96EAD1159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3" name="Freeform: Shape 23">
            <a:extLst>
              <a:ext uri="{FF2B5EF4-FFF2-40B4-BE49-F238E27FC236}">
                <a16:creationId xmlns:a16="http://schemas.microsoft.com/office/drawing/2014/main" id="{DB0F6096-1E91-CDEA-C268-363A99BF9016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314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8527D03-99B5-44C0-5D81-B88AF107360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066C70-D46C-CF65-A4F6-5A50164AD78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0D7666-500D-47D2-A04C-4C2E0EAE9E82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0FAFD5-EF95-888F-E107-A3A99F9DF19E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5E29BF3-1DC3-AAE5-D070-EBA1054CA766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F5226EF-6CBE-BD80-0A65-7C6DD0EA2F44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662703A-1434-FFA2-7953-EC272234F7F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74C8A7-42B1-238D-8706-39CBF5760913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B077267-1108-02DD-CE21-96D5152EB8C1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8" name="Rectangle: Single Corner Snipped 17">
              <a:extLst>
                <a:ext uri="{FF2B5EF4-FFF2-40B4-BE49-F238E27FC236}">
                  <a16:creationId xmlns:a16="http://schemas.microsoft.com/office/drawing/2014/main" id="{74AC2736-F87A-53EA-A93D-5C8472BE5647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F1933A51-7577-D27A-B00E-8A9ADC5EC138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DF05A6C-77D9-0845-EF8F-1BC392CD89BD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9141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ABDA62-CB53-7116-D65E-62C6EC0CF857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75631D4-F8F7-7558-CFB5-3615A38D1E95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6693BF3-E3A8-90FA-BF7C-CCF5CCC6C0D5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616CDA4-B0FA-B2F3-FAFE-BA84ECD63FF4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E2FC9F5-923C-86D3-CC10-6610480BE468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28E321C-842A-4779-6E05-D11CB463AC66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0F14FF1-8060-7CC5-9384-95E8BC9C7221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6F24570-E1C1-2622-108D-500A67DE423F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A135105-6392-FD07-D50C-383166C6731D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5">
              <a:extLst>
                <a:ext uri="{FF2B5EF4-FFF2-40B4-BE49-F238E27FC236}">
                  <a16:creationId xmlns:a16="http://schemas.microsoft.com/office/drawing/2014/main" id="{FAECCF20-ED4D-7FA8-6AAF-D06E3CDDC2D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ectangle: Single Corner Snipped 17">
              <a:extLst>
                <a:ext uri="{FF2B5EF4-FFF2-40B4-BE49-F238E27FC236}">
                  <a16:creationId xmlns:a16="http://schemas.microsoft.com/office/drawing/2014/main" id="{D9B61580-5CDE-0675-494E-897401C3DE7A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5AF05DF-5B49-F2A8-66F3-0EAB7F32F348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31534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50454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13417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58754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9193794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73069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634387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15487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829947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ateg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+ 3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3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5B543F-DE6C-4DAD-4DD2-D6285A93695D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reeform: Shape 9">
            <a:extLst>
              <a:ext uri="{FF2B5EF4-FFF2-40B4-BE49-F238E27FC236}">
                <a16:creationId xmlns:a16="http://schemas.microsoft.com/office/drawing/2014/main" id="{32BB6DCB-90AA-6B43-D501-6E73733BF63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7">
            <a:extLst>
              <a:ext uri="{FF2B5EF4-FFF2-40B4-BE49-F238E27FC236}">
                <a16:creationId xmlns:a16="http://schemas.microsoft.com/office/drawing/2014/main" id="{B02FB955-1610-96A5-A757-AACC8AC60232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1">
            <a:extLst>
              <a:ext uri="{FF2B5EF4-FFF2-40B4-BE49-F238E27FC236}">
                <a16:creationId xmlns:a16="http://schemas.microsoft.com/office/drawing/2014/main" id="{7CC862C9-F9DD-8C1C-33E5-F9EB803B95C9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7">
            <a:extLst>
              <a:ext uri="{FF2B5EF4-FFF2-40B4-BE49-F238E27FC236}">
                <a16:creationId xmlns:a16="http://schemas.microsoft.com/office/drawing/2014/main" id="{2CCD499B-3A21-D786-6B32-6D75208063AD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781734F-F595-E642-4F69-8FF11174C2FC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6CF1BC9-0E41-D7C0-092C-3807A0C8C138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9" name="Freeform: Shape 15">
              <a:extLst>
                <a:ext uri="{FF2B5EF4-FFF2-40B4-BE49-F238E27FC236}">
                  <a16:creationId xmlns:a16="http://schemas.microsoft.com/office/drawing/2014/main" id="{4E37F509-1600-695A-E481-24651646487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0" name="Freeform: Shape 16">
              <a:extLst>
                <a:ext uri="{FF2B5EF4-FFF2-40B4-BE49-F238E27FC236}">
                  <a16:creationId xmlns:a16="http://schemas.microsoft.com/office/drawing/2014/main" id="{CB82D7F1-D85A-FA2D-9C76-F87A51726A1D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B2C566F-8975-824A-1C16-2D375337250F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22" name="Rectangle: Single Corner Snipped 18">
              <a:extLst>
                <a:ext uri="{FF2B5EF4-FFF2-40B4-BE49-F238E27FC236}">
                  <a16:creationId xmlns:a16="http://schemas.microsoft.com/office/drawing/2014/main" id="{C5501680-E671-825A-54F6-A586402374B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23" name="Rectangle: Single Corner Snipped 2">
              <a:extLst>
                <a:ext uri="{FF2B5EF4-FFF2-40B4-BE49-F238E27FC236}">
                  <a16:creationId xmlns:a16="http://schemas.microsoft.com/office/drawing/2014/main" id="{93896C78-0A54-66D7-303B-963789C18514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AD0F1B0-0856-A63D-0EE9-EB73C1602BAE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F447E74D-E80A-6C56-A93B-FBAF18DBAC78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1521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51" r:id="rId18"/>
    <p:sldLayoutId id="2147483666" r:id="rId19"/>
    <p:sldLayoutId id="2147483654" r:id="rId20"/>
    <p:sldLayoutId id="2147483661" r:id="rId21"/>
    <p:sldLayoutId id="2147483677" r:id="rId22"/>
    <p:sldLayoutId id="2147483674" r:id="rId23"/>
    <p:sldLayoutId id="2147483665" r:id="rId24"/>
    <p:sldLayoutId id="2147483673" r:id="rId25"/>
    <p:sldLayoutId id="2147483662" r:id="rId26"/>
    <p:sldLayoutId id="2147483663" r:id="rId27"/>
    <p:sldLayoutId id="2147483664" r:id="rId28"/>
    <p:sldLayoutId id="2147483675" r:id="rId29"/>
    <p:sldLayoutId id="2147483676" r:id="rId30"/>
    <p:sldLayoutId id="2147483672" r:id="rId31"/>
    <p:sldLayoutId id="2147483667" r:id="rId32"/>
    <p:sldLayoutId id="2147483668" r:id="rId3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18" Type="http://schemas.openxmlformats.org/officeDocument/2006/relationships/image" Target="../media/image2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19" Type="http://schemas.openxmlformats.org/officeDocument/2006/relationships/image" Target="../media/image26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39B949D7-200A-69F0-4CE8-2C566D5F9ABD}"/>
              </a:ext>
            </a:extLst>
          </p:cNvPr>
          <p:cNvSpPr txBox="1">
            <a:spLocks/>
          </p:cNvSpPr>
          <p:nvPr/>
        </p:nvSpPr>
        <p:spPr>
          <a:xfrm>
            <a:off x="1716024" y="763534"/>
            <a:ext cx="8759952" cy="12631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br>
              <a:rPr lang="en-IN" sz="3600" b="1" i="1" dirty="0">
                <a:solidFill>
                  <a:schemeClr val="bg1"/>
                </a:solidFill>
                <a:latin typeface="+mn-lt"/>
              </a:rPr>
            </a:br>
            <a:endParaRPr lang="en-IN" sz="3600" b="1" i="1" dirty="0">
              <a:solidFill>
                <a:schemeClr val="bg1"/>
              </a:solidFill>
              <a:latin typeface="+mn-lt"/>
            </a:endParaRPr>
          </a:p>
          <a:p>
            <a:pPr algn="ctr">
              <a:lnSpc>
                <a:spcPct val="100000"/>
              </a:lnSpc>
            </a:pPr>
            <a:endParaRPr lang="en-IN" sz="3600" b="1" i="1" dirty="0">
              <a:solidFill>
                <a:schemeClr val="bg1"/>
              </a:solidFill>
              <a:latin typeface="+mn-lt"/>
            </a:endParaRPr>
          </a:p>
          <a:p>
            <a:pPr algn="ctr">
              <a:lnSpc>
                <a:spcPct val="100000"/>
              </a:lnSpc>
            </a:pPr>
            <a:endParaRPr lang="en-IN" sz="3600" b="1" i="1" dirty="0">
              <a:solidFill>
                <a:schemeClr val="bg1"/>
              </a:solidFill>
              <a:latin typeface="+mn-lt"/>
            </a:endParaRPr>
          </a:p>
          <a:p>
            <a:pPr algn="ctr">
              <a:lnSpc>
                <a:spcPct val="100000"/>
              </a:lnSpc>
            </a:pPr>
            <a:endParaRPr lang="en-IN" sz="3600" b="1" i="1" dirty="0">
              <a:solidFill>
                <a:schemeClr val="bg1"/>
              </a:solidFill>
              <a:latin typeface="+mn-lt"/>
            </a:endParaRPr>
          </a:p>
          <a:p>
            <a:pPr algn="ctr">
              <a:lnSpc>
                <a:spcPct val="100000"/>
              </a:lnSpc>
            </a:pPr>
            <a:endParaRPr lang="en-IN" sz="3600" b="1" i="1" dirty="0">
              <a:solidFill>
                <a:schemeClr val="bg1"/>
              </a:solidFill>
              <a:latin typeface="+mn-lt"/>
            </a:endParaRPr>
          </a:p>
          <a:p>
            <a:pPr algn="ctr">
              <a:lnSpc>
                <a:spcPct val="100000"/>
              </a:lnSpc>
            </a:pPr>
            <a:endParaRPr lang="en-IN" sz="3200" b="1" i="1" dirty="0">
              <a:solidFill>
                <a:schemeClr val="tx1"/>
              </a:solidFill>
              <a:latin typeface="+mn-lt"/>
            </a:endParaRPr>
          </a:p>
          <a:p>
            <a:pPr algn="ctr">
              <a:lnSpc>
                <a:spcPct val="100000"/>
              </a:lnSpc>
            </a:pPr>
            <a:r>
              <a:rPr lang="en-IN" sz="3200" b="1" i="1" dirty="0">
                <a:solidFill>
                  <a:schemeClr val="tx1"/>
                </a:solidFill>
                <a:latin typeface="+mn-lt"/>
              </a:rPr>
              <a:t>CSMSS Chhatrapati Shahu College of Engineering</a:t>
            </a:r>
            <a:br>
              <a:rPr lang="en-IN" sz="3200" b="1" i="1" dirty="0">
                <a:solidFill>
                  <a:schemeClr val="tx1"/>
                </a:solidFill>
                <a:latin typeface="+mn-lt"/>
              </a:rPr>
            </a:br>
            <a:r>
              <a:rPr lang="en-IN" sz="2800" b="1" dirty="0">
                <a:solidFill>
                  <a:schemeClr val="tx1"/>
                </a:solidFill>
                <a:latin typeface="+mn-lt"/>
              </a:rPr>
              <a:t>Department of Artificial Intelligence &amp; Data Science</a:t>
            </a:r>
            <a:br>
              <a:rPr lang="en-IN" sz="3200" dirty="0"/>
            </a:br>
            <a:endParaRPr lang="en-IN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3" name="Picture 4" descr="CSMSS">
            <a:extLst>
              <a:ext uri="{FF2B5EF4-FFF2-40B4-BE49-F238E27FC236}">
                <a16:creationId xmlns:a16="http://schemas.microsoft.com/office/drawing/2014/main" id="{7DCFCB28-C4E6-AF66-B3E4-38EEABA55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48" y="330856"/>
            <a:ext cx="1252294" cy="1331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D0ECD040-74DC-AE1A-53FD-717ADC699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4858" y="401245"/>
            <a:ext cx="1180902" cy="1191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FCFB8E1-F04F-F56E-9747-EF263032E575}"/>
              </a:ext>
            </a:extLst>
          </p:cNvPr>
          <p:cNvSpPr txBox="1"/>
          <p:nvPr/>
        </p:nvSpPr>
        <p:spPr>
          <a:xfrm>
            <a:off x="1150374" y="2092398"/>
            <a:ext cx="9891252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2400" dirty="0">
              <a:latin typeface="Arial Rounded MT Bold" panose="020F0704030504030204" pitchFamily="34" charset="0"/>
            </a:endParaRPr>
          </a:p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</a:t>
            </a:r>
          </a:p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ASSESSMENT PLATFORM</a:t>
            </a:r>
          </a:p>
          <a:p>
            <a:pPr algn="ctr"/>
            <a:endParaRPr lang="en-IN" sz="2400" dirty="0"/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S. S. Date</a:t>
            </a:r>
          </a:p>
          <a:p>
            <a:pPr algn="ctr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Tejaswini Santosh Torne – AI4101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Akshata Madhav Jagdale – AI4116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Sagar Ram Potdar – AI4152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BA370-AA8D-F4F4-3C3E-82B11F7B0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0"/>
            <a:ext cx="9601196" cy="1303867"/>
          </a:xfrm>
        </p:spPr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58D0B6-21E3-8F9B-FAE6-ACCBEB7C6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5C20CF-8064-3ED6-AD06-16FD1DC85C3B}"/>
              </a:ext>
            </a:extLst>
          </p:cNvPr>
          <p:cNvSpPr txBox="1"/>
          <p:nvPr/>
        </p:nvSpPr>
        <p:spPr>
          <a:xfrm>
            <a:off x="1295401" y="1795507"/>
            <a:ext cx="9601197" cy="3266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platform helps teachers and students connect and learn better online.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Teachers can create virtual classrooms, share notes, and conduct tests easily.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can join with a code, access study materials, take tests, and track their progress.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There's also a space for asking doubts and getting answers from teachers.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It’s simple to use and works for any subject, making learning more personal and organized.</a:t>
            </a:r>
          </a:p>
        </p:txBody>
      </p:sp>
    </p:spTree>
    <p:extLst>
      <p:ext uri="{BB962C8B-B14F-4D97-AF65-F5344CB8AC3E}">
        <p14:creationId xmlns:p14="http://schemas.microsoft.com/office/powerpoint/2010/main" val="2404888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6564125-D376-E9C1-C98D-0432780C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53937D-6867-4A4C-D21C-2C91DED70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0"/>
            <a:ext cx="9601196" cy="1303867"/>
          </a:xfrm>
        </p:spPr>
        <p:txBody>
          <a:bodyPr/>
          <a:lstStyle/>
          <a:p>
            <a:pPr algn="ctr"/>
            <a:r>
              <a:rPr lang="en-US" b="1" dirty="0"/>
              <a:t>       LITERATURE  SURVEY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846A07-06CF-B926-98D8-436B45423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F09113-DA42-8D5C-8329-B4B147982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489627"/>
              </p:ext>
            </p:extLst>
          </p:nvPr>
        </p:nvGraphicFramePr>
        <p:xfrm>
          <a:off x="597159" y="1222311"/>
          <a:ext cx="10997681" cy="5197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5994">
                  <a:extLst>
                    <a:ext uri="{9D8B030D-6E8A-4147-A177-3AD203B41FA5}">
                      <a16:colId xmlns:a16="http://schemas.microsoft.com/office/drawing/2014/main" val="3559833401"/>
                    </a:ext>
                  </a:extLst>
                </a:gridCol>
                <a:gridCol w="2868961">
                  <a:extLst>
                    <a:ext uri="{9D8B030D-6E8A-4147-A177-3AD203B41FA5}">
                      <a16:colId xmlns:a16="http://schemas.microsoft.com/office/drawing/2014/main" val="82523989"/>
                    </a:ext>
                  </a:extLst>
                </a:gridCol>
                <a:gridCol w="3161168">
                  <a:extLst>
                    <a:ext uri="{9D8B030D-6E8A-4147-A177-3AD203B41FA5}">
                      <a16:colId xmlns:a16="http://schemas.microsoft.com/office/drawing/2014/main" val="3211310719"/>
                    </a:ext>
                  </a:extLst>
                </a:gridCol>
                <a:gridCol w="2771558">
                  <a:extLst>
                    <a:ext uri="{9D8B030D-6E8A-4147-A177-3AD203B41FA5}">
                      <a16:colId xmlns:a16="http://schemas.microsoft.com/office/drawing/2014/main" val="4160613981"/>
                    </a:ext>
                  </a:extLst>
                </a:gridCol>
              </a:tblGrid>
              <a:tr h="672472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of Paper</a:t>
                      </a:r>
                      <a:endParaRPr lang="en-GB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Objectives</a:t>
                      </a:r>
                      <a:endParaRPr lang="en-GB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Techniques Used</a:t>
                      </a:r>
                      <a:endParaRPr lang="en-GB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Limitations</a:t>
                      </a:r>
                      <a:endParaRPr lang="en-GB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630617"/>
                  </a:ext>
                </a:extLst>
              </a:tr>
              <a:tr h="1509600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AI-Powered Smart and Personalized Education Platform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develop an AI assistant that personalizes learning and career guidance for students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AI-based recommendation engine</a:t>
                      </a:r>
                    </a:p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 tracking, subject suggestion</a:t>
                      </a:r>
                    </a:p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adaptive learning plans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 real-time interaction</a:t>
                      </a:r>
                    </a:p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scalability challenges in diverse educational settings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274366"/>
                  </a:ext>
                </a:extLst>
              </a:tr>
              <a:tr h="1248181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Comprehensive Review of Personalized Learning Platforms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review AI-driven personalized learning systems and their impact on education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Literature review of AI models</a:t>
                      </a:r>
                    </a:p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customization</a:t>
                      </a:r>
                    </a:p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learner profiling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Lack of standardization across platforms</a:t>
                      </a:r>
                    </a:p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privacy concerns with learner data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271508"/>
                  </a:ext>
                </a:extLst>
              </a:tr>
              <a:tr h="1552294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Systematic Literature Review of AI-Driven Intelligent Tutoring Systems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explore how AI-powered tutoring systems personalize instruction and adapt in real time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Machine learning</a:t>
                      </a:r>
                    </a:p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real-time feedback</a:t>
                      </a:r>
                    </a:p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learner profiling</a:t>
                      </a:r>
                    </a:p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reinforcement learning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development cost</a:t>
                      </a:r>
                    </a:p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 generalization across subjects and age groups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971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61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67A06A2-36BA-E9E7-0EDD-66A0FF305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9363DA-2572-DCF3-A328-7DF677486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0"/>
            <a:ext cx="9601196" cy="994790"/>
          </a:xfrm>
        </p:spPr>
        <p:txBody>
          <a:bodyPr/>
          <a:lstStyle/>
          <a:p>
            <a:r>
              <a:rPr lang="en-US" b="1" dirty="0"/>
              <a:t>     LITERATURE SURVEY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FD8C57-3F9F-CCB8-AB3F-7F7964531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44DE487-745C-3B85-F8C6-92065ACC9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545285"/>
              </p:ext>
            </p:extLst>
          </p:nvPr>
        </p:nvGraphicFramePr>
        <p:xfrm>
          <a:off x="870858" y="1761257"/>
          <a:ext cx="1045028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486">
                  <a:extLst>
                    <a:ext uri="{9D8B030D-6E8A-4147-A177-3AD203B41FA5}">
                      <a16:colId xmlns:a16="http://schemas.microsoft.com/office/drawing/2014/main" val="3559833401"/>
                    </a:ext>
                  </a:extLst>
                </a:gridCol>
                <a:gridCol w="3060441">
                  <a:extLst>
                    <a:ext uri="{9D8B030D-6E8A-4147-A177-3AD203B41FA5}">
                      <a16:colId xmlns:a16="http://schemas.microsoft.com/office/drawing/2014/main" val="82523989"/>
                    </a:ext>
                  </a:extLst>
                </a:gridCol>
                <a:gridCol w="2696547">
                  <a:extLst>
                    <a:ext uri="{9D8B030D-6E8A-4147-A177-3AD203B41FA5}">
                      <a16:colId xmlns:a16="http://schemas.microsoft.com/office/drawing/2014/main" val="3211310719"/>
                    </a:ext>
                  </a:extLst>
                </a:gridCol>
                <a:gridCol w="2929811">
                  <a:extLst>
                    <a:ext uri="{9D8B030D-6E8A-4147-A177-3AD203B41FA5}">
                      <a16:colId xmlns:a16="http://schemas.microsoft.com/office/drawing/2014/main" val="416061398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of Paper</a:t>
                      </a:r>
                      <a:endParaRPr lang="en-GB" sz="1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Objectives</a:t>
                      </a:r>
                      <a:endParaRPr lang="en-GB" sz="1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Techniques Used</a:t>
                      </a:r>
                      <a:endParaRPr lang="en-GB" sz="1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Limitations</a:t>
                      </a:r>
                      <a:endParaRPr lang="en-GB" sz="1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630617"/>
                  </a:ext>
                </a:extLst>
              </a:tr>
              <a:tr h="599388">
                <a:tc>
                  <a:txBody>
                    <a:bodyPr/>
                    <a:lstStyle/>
                    <a:p>
                      <a:pPr algn="just"/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AI-Based Personalized E-Learning System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design and implement a personalized e-learning system using AI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 modelling</a:t>
                      </a:r>
                    </a:p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adaptation</a:t>
                      </a:r>
                    </a:p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 analytics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 evaluation on large-scale deployment</a:t>
                      </a:r>
                    </a:p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lacks integration with traditional classroom tools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27436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 of Adaptive Assessment Methods in Digital Education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compare adaptive assessment systems with traditional methods and evaluate their effectiveness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Statistical analysis</a:t>
                      </a:r>
                    </a:p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adaptive question sequencing</a:t>
                      </a:r>
                    </a:p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performance-based difficulty adjustment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 scalability across diverse curricula</a:t>
                      </a:r>
                    </a:p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requires high-quality input data for accuracy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271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6387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82E1C2-A636-2E51-E242-B4D5C2A4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25" y="38161"/>
            <a:ext cx="11214100" cy="1569660"/>
          </a:xfrm>
        </p:spPr>
        <p:txBody>
          <a:bodyPr/>
          <a:lstStyle/>
          <a:p>
            <a:pPr algn="just"/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DA256CE-755E-1BCC-0314-D76216A18491}"/>
              </a:ext>
            </a:extLst>
          </p:cNvPr>
          <p:cNvSpPr txBox="1"/>
          <p:nvPr/>
        </p:nvSpPr>
        <p:spPr>
          <a:xfrm>
            <a:off x="509587" y="0"/>
            <a:ext cx="111728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latin typeface="+mj-lt"/>
                <a:cs typeface="Times New Roman" panose="02020603050405020304" pitchFamily="18" charset="0"/>
              </a:rPr>
              <a:t>     </a:t>
            </a:r>
            <a:r>
              <a:rPr lang="en-IN" sz="4400" b="1" dirty="0">
                <a:latin typeface="+mj-lt"/>
                <a:cs typeface="Times New Roman" panose="02020603050405020304" pitchFamily="18" charset="0"/>
              </a:rPr>
              <a:t>METHODOLOGY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BF6BFDB-4C50-07DD-A0FC-8FFE161E86FD}"/>
              </a:ext>
            </a:extLst>
          </p:cNvPr>
          <p:cNvGrpSpPr/>
          <p:nvPr/>
        </p:nvGrpSpPr>
        <p:grpSpPr>
          <a:xfrm>
            <a:off x="1119673" y="1288006"/>
            <a:ext cx="9675845" cy="5179663"/>
            <a:chOff x="1119673" y="1288006"/>
            <a:chExt cx="9675845" cy="5179663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EAAF382-E769-421E-B4D2-B5446CCA3327}"/>
                </a:ext>
              </a:extLst>
            </p:cNvPr>
            <p:cNvSpPr/>
            <p:nvPr/>
          </p:nvSpPr>
          <p:spPr>
            <a:xfrm>
              <a:off x="4335499" y="1288006"/>
              <a:ext cx="3514777" cy="39188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Personalized Assessment Platform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78FF582-DB5D-FBEA-228C-B65D28BF902B}"/>
                </a:ext>
              </a:extLst>
            </p:cNvPr>
            <p:cNvSpPr/>
            <p:nvPr/>
          </p:nvSpPr>
          <p:spPr>
            <a:xfrm>
              <a:off x="4452497" y="1972934"/>
              <a:ext cx="3280780" cy="39188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cs typeface="Times New Roman" panose="02020603050405020304" pitchFamily="18" charset="0"/>
                </a:rPr>
                <a:t>Sign In /Login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9CC945F5-AFFD-BE6C-14D7-89BA8822E699}"/>
                </a:ext>
              </a:extLst>
            </p:cNvPr>
            <p:cNvSpPr/>
            <p:nvPr/>
          </p:nvSpPr>
          <p:spPr>
            <a:xfrm>
              <a:off x="1480453" y="2851736"/>
              <a:ext cx="2761860" cy="363894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Teacher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168120B-B065-837C-5848-C4229668DC1A}"/>
                </a:ext>
              </a:extLst>
            </p:cNvPr>
            <p:cNvSpPr/>
            <p:nvPr/>
          </p:nvSpPr>
          <p:spPr>
            <a:xfrm>
              <a:off x="1480453" y="3509531"/>
              <a:ext cx="2761860" cy="363894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Create Classrooms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328801F0-C32D-1FC0-D494-D3B839B0F6D0}"/>
                </a:ext>
              </a:extLst>
            </p:cNvPr>
            <p:cNvSpPr/>
            <p:nvPr/>
          </p:nvSpPr>
          <p:spPr>
            <a:xfrm>
              <a:off x="1480453" y="4148858"/>
              <a:ext cx="2761860" cy="363894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Share Study Materials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E7EC22E-B851-F2E6-5B14-E81A81A87FF3}"/>
                </a:ext>
              </a:extLst>
            </p:cNvPr>
            <p:cNvSpPr/>
            <p:nvPr/>
          </p:nvSpPr>
          <p:spPr>
            <a:xfrm>
              <a:off x="1480453" y="4825121"/>
              <a:ext cx="2761860" cy="363894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Schedule Assessment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C6476757-2CC4-DD9E-4146-7DA2A68CB7C8}"/>
                </a:ext>
              </a:extLst>
            </p:cNvPr>
            <p:cNvSpPr/>
            <p:nvPr/>
          </p:nvSpPr>
          <p:spPr>
            <a:xfrm>
              <a:off x="1119673" y="5464448"/>
              <a:ext cx="3480319" cy="363894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Track Student Performance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08631587-09BD-29A4-A8B6-4D19399326EB}"/>
                </a:ext>
              </a:extLst>
            </p:cNvPr>
            <p:cNvSpPr/>
            <p:nvPr/>
          </p:nvSpPr>
          <p:spPr>
            <a:xfrm>
              <a:off x="1480454" y="6103775"/>
              <a:ext cx="2761861" cy="363894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Solve Doubts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1E7217E-3FFA-7A0B-C533-FC486EC68332}"/>
                </a:ext>
              </a:extLst>
            </p:cNvPr>
            <p:cNvSpPr/>
            <p:nvPr/>
          </p:nvSpPr>
          <p:spPr>
            <a:xfrm>
              <a:off x="7943463" y="2857865"/>
              <a:ext cx="2761860" cy="363894"/>
            </a:xfrm>
            <a:prstGeom prst="round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Student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F9AB59D-753D-98B7-607E-106232FEF215}"/>
                </a:ext>
              </a:extLst>
            </p:cNvPr>
            <p:cNvSpPr/>
            <p:nvPr/>
          </p:nvSpPr>
          <p:spPr>
            <a:xfrm>
              <a:off x="7949687" y="3509531"/>
              <a:ext cx="2761860" cy="363894"/>
            </a:xfrm>
            <a:prstGeom prst="round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Join Classrooms</a:t>
              </a:r>
              <a:endParaRPr lang="en-IN" dirty="0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83BFC286-053D-F72A-F874-64925A39D04E}"/>
                </a:ext>
              </a:extLst>
            </p:cNvPr>
            <p:cNvSpPr/>
            <p:nvPr/>
          </p:nvSpPr>
          <p:spPr>
            <a:xfrm>
              <a:off x="7943463" y="4148858"/>
              <a:ext cx="2761860" cy="363894"/>
            </a:xfrm>
            <a:prstGeom prst="round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Access Notes</a:t>
              </a:r>
              <a:endParaRPr lang="en-IN" dirty="0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10C473AF-792D-9340-0E2A-50A17FC54725}"/>
                </a:ext>
              </a:extLst>
            </p:cNvPr>
            <p:cNvSpPr/>
            <p:nvPr/>
          </p:nvSpPr>
          <p:spPr>
            <a:xfrm>
              <a:off x="7943463" y="4825121"/>
              <a:ext cx="2761860" cy="363894"/>
            </a:xfrm>
            <a:prstGeom prst="round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Attempt Test</a:t>
              </a:r>
              <a:endParaRPr lang="en-IN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BA5314D8-2F68-DBFE-8A9A-6A352AACCCB2}"/>
                </a:ext>
              </a:extLst>
            </p:cNvPr>
            <p:cNvSpPr/>
            <p:nvPr/>
          </p:nvSpPr>
          <p:spPr>
            <a:xfrm>
              <a:off x="7850276" y="5464448"/>
              <a:ext cx="2945242" cy="363894"/>
            </a:xfrm>
            <a:prstGeom prst="round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View Results &amp; Progress</a:t>
              </a:r>
              <a:endParaRPr lang="en-IN" dirty="0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68CFB257-31D1-6C07-2249-99803A444939}"/>
                </a:ext>
              </a:extLst>
            </p:cNvPr>
            <p:cNvSpPr/>
            <p:nvPr/>
          </p:nvSpPr>
          <p:spPr>
            <a:xfrm>
              <a:off x="7943463" y="6103775"/>
              <a:ext cx="2761860" cy="363894"/>
            </a:xfrm>
            <a:prstGeom prst="round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Post Doubts</a:t>
              </a:r>
              <a:endParaRPr lang="en-IN" dirty="0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D0CE61C9-AAC7-2169-FFBA-D091E69BE9CE}"/>
                </a:ext>
              </a:extLst>
            </p:cNvPr>
            <p:cNvCxnSpPr>
              <a:cxnSpLocks/>
              <a:stCxn id="7" idx="2"/>
              <a:endCxn id="12" idx="0"/>
            </p:cNvCxnSpPr>
            <p:nvPr/>
          </p:nvCxnSpPr>
          <p:spPr>
            <a:xfrm flipH="1">
              <a:off x="6092887" y="1679892"/>
              <a:ext cx="1" cy="2930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9C28604-473E-203D-DDFF-6B256CBE4845}"/>
                </a:ext>
              </a:extLst>
            </p:cNvPr>
            <p:cNvCxnSpPr>
              <a:cxnSpLocks/>
              <a:stCxn id="20" idx="2"/>
              <a:endCxn id="21" idx="0"/>
            </p:cNvCxnSpPr>
            <p:nvPr/>
          </p:nvCxnSpPr>
          <p:spPr>
            <a:xfrm>
              <a:off x="2861383" y="3215630"/>
              <a:ext cx="0" cy="2939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6E0F691-EA0D-C322-25D0-9CF77F6C3F74}"/>
                </a:ext>
              </a:extLst>
            </p:cNvPr>
            <p:cNvCxnSpPr>
              <a:stCxn id="21" idx="2"/>
              <a:endCxn id="24" idx="0"/>
            </p:cNvCxnSpPr>
            <p:nvPr/>
          </p:nvCxnSpPr>
          <p:spPr>
            <a:xfrm>
              <a:off x="2861383" y="3873425"/>
              <a:ext cx="0" cy="2754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CCB53A9E-43CD-EA48-E4FF-7F7D11B6801B}"/>
                </a:ext>
              </a:extLst>
            </p:cNvPr>
            <p:cNvCxnSpPr>
              <a:cxnSpLocks/>
              <a:stCxn id="24" idx="2"/>
              <a:endCxn id="25" idx="0"/>
            </p:cNvCxnSpPr>
            <p:nvPr/>
          </p:nvCxnSpPr>
          <p:spPr>
            <a:xfrm>
              <a:off x="2861383" y="4512752"/>
              <a:ext cx="0" cy="3123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1F1F875C-7469-BDEF-D723-4C280E882B1B}"/>
                </a:ext>
              </a:extLst>
            </p:cNvPr>
            <p:cNvCxnSpPr>
              <a:cxnSpLocks/>
              <a:stCxn id="25" idx="2"/>
              <a:endCxn id="26" idx="0"/>
            </p:cNvCxnSpPr>
            <p:nvPr/>
          </p:nvCxnSpPr>
          <p:spPr>
            <a:xfrm flipH="1">
              <a:off x="2859833" y="5189015"/>
              <a:ext cx="1550" cy="2754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1A195CC7-6ACA-BAE2-D924-0B75E9F7E786}"/>
                </a:ext>
              </a:extLst>
            </p:cNvPr>
            <p:cNvCxnSpPr>
              <a:cxnSpLocks/>
              <a:stCxn id="26" idx="2"/>
              <a:endCxn id="27" idx="0"/>
            </p:cNvCxnSpPr>
            <p:nvPr/>
          </p:nvCxnSpPr>
          <p:spPr>
            <a:xfrm>
              <a:off x="2859833" y="5828342"/>
              <a:ext cx="1552" cy="2754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0B3A400C-A593-CE99-A68F-579DF357F728}"/>
                </a:ext>
              </a:extLst>
            </p:cNvPr>
            <p:cNvCxnSpPr>
              <a:stCxn id="30" idx="2"/>
              <a:endCxn id="31" idx="0"/>
            </p:cNvCxnSpPr>
            <p:nvPr/>
          </p:nvCxnSpPr>
          <p:spPr>
            <a:xfrm>
              <a:off x="9324393" y="3221759"/>
              <a:ext cx="6224" cy="2877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268E4BED-C045-09BD-548C-982905A96374}"/>
                </a:ext>
              </a:extLst>
            </p:cNvPr>
            <p:cNvCxnSpPr>
              <a:stCxn id="31" idx="2"/>
              <a:endCxn id="33" idx="0"/>
            </p:cNvCxnSpPr>
            <p:nvPr/>
          </p:nvCxnSpPr>
          <p:spPr>
            <a:xfrm flipH="1">
              <a:off x="9324393" y="3873425"/>
              <a:ext cx="6224" cy="2754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6E4E7A35-033D-8BD4-E705-08659D1564EF}"/>
                </a:ext>
              </a:extLst>
            </p:cNvPr>
            <p:cNvCxnSpPr>
              <a:stCxn id="33" idx="2"/>
              <a:endCxn id="34" idx="0"/>
            </p:cNvCxnSpPr>
            <p:nvPr/>
          </p:nvCxnSpPr>
          <p:spPr>
            <a:xfrm>
              <a:off x="9324393" y="4512752"/>
              <a:ext cx="0" cy="3123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B603F366-D277-50EF-3AA6-88AFE3C7D181}"/>
                </a:ext>
              </a:extLst>
            </p:cNvPr>
            <p:cNvCxnSpPr>
              <a:cxnSpLocks/>
              <a:stCxn id="34" idx="2"/>
              <a:endCxn id="35" idx="0"/>
            </p:cNvCxnSpPr>
            <p:nvPr/>
          </p:nvCxnSpPr>
          <p:spPr>
            <a:xfrm flipH="1">
              <a:off x="9322897" y="5189015"/>
              <a:ext cx="1496" cy="2754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D37BA9D4-75AF-9F60-9B8C-46511D8C2A53}"/>
                </a:ext>
              </a:extLst>
            </p:cNvPr>
            <p:cNvCxnSpPr>
              <a:cxnSpLocks/>
              <a:stCxn id="35" idx="2"/>
              <a:endCxn id="36" idx="0"/>
            </p:cNvCxnSpPr>
            <p:nvPr/>
          </p:nvCxnSpPr>
          <p:spPr>
            <a:xfrm>
              <a:off x="9322897" y="5828342"/>
              <a:ext cx="1496" cy="2754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191BDBB-336E-D66C-BBA0-8F6F8534AF54}"/>
                </a:ext>
              </a:extLst>
            </p:cNvPr>
            <p:cNvCxnSpPr/>
            <p:nvPr/>
          </p:nvCxnSpPr>
          <p:spPr>
            <a:xfrm>
              <a:off x="2861383" y="2575249"/>
              <a:ext cx="646301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3F24E0F9-7E2B-0E7E-E7D8-8B8FDB3C9D1A}"/>
                </a:ext>
              </a:extLst>
            </p:cNvPr>
            <p:cNvCxnSpPr>
              <a:cxnSpLocks/>
              <a:endCxn id="20" idx="0"/>
            </p:cNvCxnSpPr>
            <p:nvPr/>
          </p:nvCxnSpPr>
          <p:spPr>
            <a:xfrm>
              <a:off x="2861383" y="2575249"/>
              <a:ext cx="0" cy="27648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DA2D209A-749C-C111-1891-7E87A4012EBE}"/>
                </a:ext>
              </a:extLst>
            </p:cNvPr>
            <p:cNvCxnSpPr>
              <a:endCxn id="30" idx="0"/>
            </p:cNvCxnSpPr>
            <p:nvPr/>
          </p:nvCxnSpPr>
          <p:spPr>
            <a:xfrm>
              <a:off x="9324393" y="2575249"/>
              <a:ext cx="0" cy="28261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FCECB3F-F9A8-8AEB-0A01-C425488782EA}"/>
                </a:ext>
              </a:extLst>
            </p:cNvPr>
            <p:cNvCxnSpPr>
              <a:stCxn id="12" idx="2"/>
            </p:cNvCxnSpPr>
            <p:nvPr/>
          </p:nvCxnSpPr>
          <p:spPr>
            <a:xfrm>
              <a:off x="6092887" y="2364820"/>
              <a:ext cx="0" cy="21042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4" name="Graphic 3" descr="Teacher with solid fill">
              <a:extLst>
                <a:ext uri="{FF2B5EF4-FFF2-40B4-BE49-F238E27FC236}">
                  <a16:creationId xmlns:a16="http://schemas.microsoft.com/office/drawing/2014/main" id="{38714A1C-0F8A-25DF-7C35-3BEC5715C4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70654" y="2869405"/>
              <a:ext cx="355556" cy="355556"/>
            </a:xfrm>
            <a:prstGeom prst="rect">
              <a:avLst/>
            </a:prstGeom>
          </p:spPr>
        </p:pic>
        <p:pic>
          <p:nvPicPr>
            <p:cNvPr id="6" name="Graphic 5" descr="Graduation cap with solid fill">
              <a:extLst>
                <a:ext uri="{FF2B5EF4-FFF2-40B4-BE49-F238E27FC236}">
                  <a16:creationId xmlns:a16="http://schemas.microsoft.com/office/drawing/2014/main" id="{DD39BCBB-1196-AD5E-A9C9-34B54190B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27437" y="2822498"/>
              <a:ext cx="402463" cy="402463"/>
            </a:xfrm>
            <a:prstGeom prst="rect">
              <a:avLst/>
            </a:prstGeom>
          </p:spPr>
        </p:pic>
        <p:pic>
          <p:nvPicPr>
            <p:cNvPr id="9" name="Graphic 8" descr="Books with solid fill">
              <a:extLst>
                <a:ext uri="{FF2B5EF4-FFF2-40B4-BE49-F238E27FC236}">
                  <a16:creationId xmlns:a16="http://schemas.microsoft.com/office/drawing/2014/main" id="{16D4E8C1-0C56-6BB5-B2C4-28499B5C6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565762" y="4167326"/>
              <a:ext cx="360448" cy="360448"/>
            </a:xfrm>
            <a:prstGeom prst="rect">
              <a:avLst/>
            </a:prstGeom>
          </p:spPr>
        </p:pic>
        <p:pic>
          <p:nvPicPr>
            <p:cNvPr id="10" name="Graphic 9" descr="Books with solid fill">
              <a:extLst>
                <a:ext uri="{FF2B5EF4-FFF2-40B4-BE49-F238E27FC236}">
                  <a16:creationId xmlns:a16="http://schemas.microsoft.com/office/drawing/2014/main" id="{52B8802B-E5BE-0D25-463C-C5108647E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53987" y="4157995"/>
              <a:ext cx="349361" cy="349361"/>
            </a:xfrm>
            <a:prstGeom prst="rect">
              <a:avLst/>
            </a:prstGeom>
          </p:spPr>
        </p:pic>
        <p:pic>
          <p:nvPicPr>
            <p:cNvPr id="13" name="Graphic 12" descr="List with solid fill">
              <a:extLst>
                <a:ext uri="{FF2B5EF4-FFF2-40B4-BE49-F238E27FC236}">
                  <a16:creationId xmlns:a16="http://schemas.microsoft.com/office/drawing/2014/main" id="{1F3F48AC-A441-10C8-14F8-DFFCD72B5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565762" y="4840143"/>
              <a:ext cx="360448" cy="290663"/>
            </a:xfrm>
            <a:prstGeom prst="rect">
              <a:avLst/>
            </a:prstGeom>
          </p:spPr>
        </p:pic>
        <p:pic>
          <p:nvPicPr>
            <p:cNvPr id="29" name="Graphic 28" descr="Checklist with solid fill">
              <a:extLst>
                <a:ext uri="{FF2B5EF4-FFF2-40B4-BE49-F238E27FC236}">
                  <a16:creationId xmlns:a16="http://schemas.microsoft.com/office/drawing/2014/main" id="{4F470CA4-DD57-ED02-C7F6-F6334BCB6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027437" y="4828567"/>
              <a:ext cx="360448" cy="360448"/>
            </a:xfrm>
            <a:prstGeom prst="rect">
              <a:avLst/>
            </a:prstGeom>
          </p:spPr>
        </p:pic>
        <p:pic>
          <p:nvPicPr>
            <p:cNvPr id="37" name="Graphic 36" descr="Bar chart with solid fill">
              <a:extLst>
                <a:ext uri="{FF2B5EF4-FFF2-40B4-BE49-F238E27FC236}">
                  <a16:creationId xmlns:a16="http://schemas.microsoft.com/office/drawing/2014/main" id="{705E5CD2-8213-E0CE-80AB-AECC98536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11539" y="5464448"/>
              <a:ext cx="354223" cy="354223"/>
            </a:xfrm>
            <a:prstGeom prst="rect">
              <a:avLst/>
            </a:prstGeom>
          </p:spPr>
        </p:pic>
        <p:pic>
          <p:nvPicPr>
            <p:cNvPr id="49" name="Graphic 48" descr="Presentation with pie chart with solid fill">
              <a:extLst>
                <a:ext uri="{FF2B5EF4-FFF2-40B4-BE49-F238E27FC236}">
                  <a16:creationId xmlns:a16="http://schemas.microsoft.com/office/drawing/2014/main" id="{ACFF8D36-53FA-2DEA-0A09-14A2A5D9F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883100" y="5486569"/>
              <a:ext cx="341773" cy="341773"/>
            </a:xfrm>
            <a:prstGeom prst="rect">
              <a:avLst/>
            </a:prstGeom>
          </p:spPr>
        </p:pic>
        <p:pic>
          <p:nvPicPr>
            <p:cNvPr id="60" name="Graphic 59" descr="Questions with solid fill">
              <a:extLst>
                <a:ext uri="{FF2B5EF4-FFF2-40B4-BE49-F238E27FC236}">
                  <a16:creationId xmlns:a16="http://schemas.microsoft.com/office/drawing/2014/main" id="{9CD676B9-25D1-0733-96F9-27CB81CBD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565762" y="6140711"/>
              <a:ext cx="287768" cy="287768"/>
            </a:xfrm>
            <a:prstGeom prst="rect">
              <a:avLst/>
            </a:prstGeom>
          </p:spPr>
        </p:pic>
        <p:pic>
          <p:nvPicPr>
            <p:cNvPr id="62" name="Graphic 61" descr="Questions with solid fill">
              <a:extLst>
                <a:ext uri="{FF2B5EF4-FFF2-40B4-BE49-F238E27FC236}">
                  <a16:creationId xmlns:a16="http://schemas.microsoft.com/office/drawing/2014/main" id="{C788358D-C00D-3369-E4A1-94779088E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063777" y="6140711"/>
              <a:ext cx="287768" cy="287768"/>
            </a:xfrm>
            <a:prstGeom prst="rect">
              <a:avLst/>
            </a:prstGeom>
          </p:spPr>
        </p:pic>
        <p:pic>
          <p:nvPicPr>
            <p:cNvPr id="66" name="Graphic 65" descr="Classroom with solid fill">
              <a:extLst>
                <a:ext uri="{FF2B5EF4-FFF2-40B4-BE49-F238E27FC236}">
                  <a16:creationId xmlns:a16="http://schemas.microsoft.com/office/drawing/2014/main" id="{6618EBFA-E401-D657-1936-FAE381485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557432" y="3532061"/>
              <a:ext cx="304428" cy="304428"/>
            </a:xfrm>
            <a:prstGeom prst="rect">
              <a:avLst/>
            </a:prstGeom>
          </p:spPr>
        </p:pic>
        <p:pic>
          <p:nvPicPr>
            <p:cNvPr id="68" name="Graphic 67" descr="Classroom with solid fill">
              <a:extLst>
                <a:ext uri="{FF2B5EF4-FFF2-40B4-BE49-F238E27FC236}">
                  <a16:creationId xmlns:a16="http://schemas.microsoft.com/office/drawing/2014/main" id="{ABCB8D52-2B15-93A9-A74C-F7237D53A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8061227" y="3554500"/>
              <a:ext cx="304428" cy="3044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5712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DFAF0-29B8-3D2A-7A80-79F48BDE0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0"/>
            <a:ext cx="11214100" cy="769441"/>
          </a:xfrm>
        </p:spPr>
        <p:txBody>
          <a:bodyPr/>
          <a:lstStyle/>
          <a:p>
            <a:r>
              <a:rPr lang="en-IN" sz="4400" dirty="0">
                <a:solidFill>
                  <a:schemeClr val="tx1"/>
                </a:solidFill>
              </a:rPr>
              <a:t>TECHNOLOGY STACK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76F318-BB00-D3B1-E3B7-442C6C0E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429C15-B77B-3437-B34C-076FDA61D82C}"/>
              </a:ext>
            </a:extLst>
          </p:cNvPr>
          <p:cNvSpPr txBox="1"/>
          <p:nvPr/>
        </p:nvSpPr>
        <p:spPr>
          <a:xfrm>
            <a:off x="914400" y="1752600"/>
            <a:ext cx="10439400" cy="254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Frontend: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HTML, CSS, JavaScript, Bootstrap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Backend: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Flask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Data Access Layer: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SQLAlchemy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Database: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API Communication: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Flask APIs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Version Control: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Git + GitHub</a:t>
            </a:r>
          </a:p>
        </p:txBody>
      </p:sp>
    </p:spTree>
    <p:extLst>
      <p:ext uri="{BB962C8B-B14F-4D97-AF65-F5344CB8AC3E}">
        <p14:creationId xmlns:p14="http://schemas.microsoft.com/office/powerpoint/2010/main" val="406395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5F84A8-108A-8CF3-1A06-B21C7844E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439E3-0DEE-1485-903D-107823D2D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0"/>
            <a:ext cx="11214100" cy="769441"/>
          </a:xfrm>
        </p:spPr>
        <p:txBody>
          <a:bodyPr/>
          <a:lstStyle/>
          <a:p>
            <a:r>
              <a:rPr lang="en-IN" sz="4400" dirty="0">
                <a:solidFill>
                  <a:schemeClr val="tx1"/>
                </a:solidFill>
              </a:rPr>
              <a:t>UNIQUENESS</a:t>
            </a:r>
            <a:r>
              <a:rPr lang="en-IN" sz="4400" b="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27184E-E16B-660C-9F36-94555A917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63D6C4-4840-40CC-AC84-17E24B3B7BD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 Gothic LT Pro" panose="020B0503040303020004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 Gothic LT Pro" panose="020B05030403030200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1894FE-82F8-127A-C4F5-C99AA7CFBA2E}"/>
              </a:ext>
            </a:extLst>
          </p:cNvPr>
          <p:cNvSpPr txBox="1"/>
          <p:nvPr/>
        </p:nvSpPr>
        <p:spPr>
          <a:xfrm>
            <a:off x="964422" y="959763"/>
            <a:ext cx="1026315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Teachers don’t need multiple tools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Everything — from sharing notes to conducting tests and tracking progress — happens in one place.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Students get a smooth experience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They just enter a code, access materials, take tests, and see their results. No confusion, no extra steps.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It’s flexible for any subject or class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Whether it’s science, math, or history — the platform works for all kinds of learning.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Doubt-solving is built 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Students can ask questions directly on the platform, and teachers can reply — no need for separate chats or apps.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Teachers get smart insights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They can see which students are struggling and adjust their teaching or materials accordingly.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It’s easy to use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The design is clean and simple, so even those who aren’t familiar with technology can use it comfortably.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Learning happens continuously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Instead of one big exam, students get regular tests and feedback, helping them improve step by step.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894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C053D0A-AD9C-2C91-AE28-E04DE628E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A6DD2-8478-7A6B-FBD0-5E2FBD94B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177800"/>
            <a:ext cx="11214100" cy="769441"/>
          </a:xfrm>
        </p:spPr>
        <p:txBody>
          <a:bodyPr/>
          <a:lstStyle/>
          <a:p>
            <a:r>
              <a:rPr lang="en-IN" sz="4400" dirty="0">
                <a:solidFill>
                  <a:schemeClr val="tx1"/>
                </a:solidFill>
              </a:rPr>
              <a:t>FUTURE ENHANCEMENTS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AC45AE-FAC3-7470-552C-0C435B500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63D6C4-4840-40CC-AC84-17E24B3B7BD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 Gothic LT Pro" panose="020B0503040303020004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 Gothic LT Pro" panose="020B05030403030200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9409A0-DB6C-DADB-68E0-40486C0ABFE4}"/>
              </a:ext>
            </a:extLst>
          </p:cNvPr>
          <p:cNvSpPr txBox="1"/>
          <p:nvPr/>
        </p:nvSpPr>
        <p:spPr>
          <a:xfrm>
            <a:off x="1054358" y="1474437"/>
            <a:ext cx="9927773" cy="461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AI-Based Study Suggestions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Use machine learning to recommend topics students should revise based on their test performance.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Mobile App Access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Build Android and iOS apps so users can learn and teach from anywhere, anytime.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Smart Test Templates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Add ready-made test formats for different subjects to help teachers create assessments faster.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Smart Scheduling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Introduce calendar integration and reminders for upcoming tests, doubt replies, or material uploads.</a:t>
            </a:r>
          </a:p>
        </p:txBody>
      </p:sp>
    </p:spTree>
    <p:extLst>
      <p:ext uri="{BB962C8B-B14F-4D97-AF65-F5344CB8AC3E}">
        <p14:creationId xmlns:p14="http://schemas.microsoft.com/office/powerpoint/2010/main" val="593604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0A3B4D5-48B9-9F23-64D3-D033ACA42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F64F2-AB6A-163D-CB91-4EE4EC555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111967"/>
            <a:ext cx="11214100" cy="769441"/>
          </a:xfrm>
        </p:spPr>
        <p:txBody>
          <a:bodyPr/>
          <a:lstStyle/>
          <a:p>
            <a:r>
              <a:rPr lang="en-IN" sz="4400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B1D8B0-5430-456C-806D-F57FA38D6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63D6C4-4840-40CC-AC84-17E24B3B7BD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 Gothic LT Pro" panose="020B0503040303020004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 Gothic LT Pro" panose="020B05030403030200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38743E-D241-16A8-E43B-8F4A91CE02CF}"/>
              </a:ext>
            </a:extLst>
          </p:cNvPr>
          <p:cNvSpPr txBox="1"/>
          <p:nvPr/>
        </p:nvSpPr>
        <p:spPr>
          <a:xfrm>
            <a:off x="1087663" y="1754355"/>
            <a:ext cx="9927773" cy="254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Personalized Assessment Platform offers a complete digital solution for modern education. By combining classroom management, resource sharing, testing, and performance tracking, it simplifies the teaching process and enhances student learning. Its clean interface, role-based access, and built-in doubt discussion make it easy to use and highly effective across subjects. With future enhancements like AI-driven insights and mobile access, the platform is well-positioned to support personalized, continuous learning at scale.</a:t>
            </a:r>
          </a:p>
        </p:txBody>
      </p:sp>
    </p:spTree>
    <p:extLst>
      <p:ext uri="{BB962C8B-B14F-4D97-AF65-F5344CB8AC3E}">
        <p14:creationId xmlns:p14="http://schemas.microsoft.com/office/powerpoint/2010/main" val="2931470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7631B67-4DFA-EFE6-115C-6B39F500E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E08F2F-2E91-3BF9-7DB2-CE100A360CA4}"/>
              </a:ext>
            </a:extLst>
          </p:cNvPr>
          <p:cNvSpPr/>
          <p:nvPr/>
        </p:nvSpPr>
        <p:spPr>
          <a:xfrm>
            <a:off x="1246179" y="2613392"/>
            <a:ext cx="9699642" cy="163121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YOU…!</a:t>
            </a:r>
          </a:p>
        </p:txBody>
      </p:sp>
    </p:spTree>
    <p:extLst>
      <p:ext uri="{BB962C8B-B14F-4D97-AF65-F5344CB8AC3E}">
        <p14:creationId xmlns:p14="http://schemas.microsoft.com/office/powerpoint/2010/main" val="22926093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321</TotalTime>
  <Words>748</Words>
  <Application>Microsoft Office PowerPoint</Application>
  <PresentationFormat>Widescreen</PresentationFormat>
  <Paragraphs>127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Arial Rounded MT Bold</vt:lpstr>
      <vt:lpstr>Calibri</vt:lpstr>
      <vt:lpstr>Courier New</vt:lpstr>
      <vt:lpstr>Garamond</vt:lpstr>
      <vt:lpstr>Times New Roman</vt:lpstr>
      <vt:lpstr>Trade Gothic LT Pro</vt:lpstr>
      <vt:lpstr>Wingdings</vt:lpstr>
      <vt:lpstr>Organic</vt:lpstr>
      <vt:lpstr>PowerPoint Presentation</vt:lpstr>
      <vt:lpstr>INTRODUCTION</vt:lpstr>
      <vt:lpstr>       LITERATURE  SURVEY</vt:lpstr>
      <vt:lpstr>     LITERATURE SURVEY</vt:lpstr>
      <vt:lpstr>  </vt:lpstr>
      <vt:lpstr>TECHNOLOGY STACK</vt:lpstr>
      <vt:lpstr>UNIQUENESS </vt:lpstr>
      <vt:lpstr>FUTURE ENHANCEMENTS 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TEJASWINI TORNE</dc:creator>
  <cp:lastModifiedBy>TEJASWINI TORNE</cp:lastModifiedBy>
  <cp:revision>5</cp:revision>
  <dcterms:created xsi:type="dcterms:W3CDTF">2025-09-18T09:37:35Z</dcterms:created>
  <dcterms:modified xsi:type="dcterms:W3CDTF">2025-11-30T07:45:16Z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